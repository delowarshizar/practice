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73" r:id="rId3"/>
  </p:sldMasterIdLst>
  <p:notesMasterIdLst>
    <p:notesMasterId r:id="rId23"/>
  </p:notesMasterIdLst>
  <p:sldIdLst>
    <p:sldId id="373" r:id="rId4"/>
    <p:sldId id="260" r:id="rId5"/>
    <p:sldId id="372" r:id="rId6"/>
    <p:sldId id="309" r:id="rId7"/>
    <p:sldId id="298" r:id="rId8"/>
    <p:sldId id="315" r:id="rId9"/>
    <p:sldId id="371" r:id="rId10"/>
    <p:sldId id="363" r:id="rId11"/>
    <p:sldId id="364" r:id="rId12"/>
    <p:sldId id="365" r:id="rId13"/>
    <p:sldId id="367" r:id="rId14"/>
    <p:sldId id="368" r:id="rId15"/>
    <p:sldId id="369" r:id="rId16"/>
    <p:sldId id="370" r:id="rId17"/>
    <p:sldId id="366" r:id="rId18"/>
    <p:sldId id="322" r:id="rId19"/>
    <p:sldId id="318" r:id="rId20"/>
    <p:sldId id="299" r:id="rId21"/>
    <p:sldId id="34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82" d="100"/>
          <a:sy n="82" d="100"/>
        </p:scale>
        <p:origin x="720" y="72"/>
      </p:cViewPr>
      <p:guideLst>
        <p:guide orient="horz" pos="2387"/>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AAF045-FEF6-43EA-9CDC-C84FC3F85E9C}" type="datetimeFigureOut">
              <a:rPr lang="en-US" smtClean="0"/>
              <a:t>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2F1279-6CE4-4169-83D3-4483097B6907}" type="slidenum">
              <a:rPr lang="en-US" smtClean="0"/>
              <a:t>‹#›</a:t>
            </a:fld>
            <a:endParaRPr lang="en-US"/>
          </a:p>
        </p:txBody>
      </p:sp>
    </p:spTree>
    <p:extLst>
      <p:ext uri="{BB962C8B-B14F-4D97-AF65-F5344CB8AC3E}">
        <p14:creationId xmlns:p14="http://schemas.microsoft.com/office/powerpoint/2010/main" val="1405589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7691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0667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75000"/>
                    <a:lumOff val="2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899324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6325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320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D1B43571-EB74-4DFB-9BB9-B977D516C2FA}"/>
              </a:ext>
            </a:extLst>
          </p:cNvPr>
          <p:cNvSpPr>
            <a:spLocks noGrp="1"/>
          </p:cNvSpPr>
          <p:nvPr>
            <p:ph type="pic" idx="14" hasCustomPrompt="1"/>
          </p:nvPr>
        </p:nvSpPr>
        <p:spPr>
          <a:xfrm>
            <a:off x="1679509" y="562895"/>
            <a:ext cx="3311968" cy="1800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5" name="Picture Placeholder 2">
            <a:extLst>
              <a:ext uri="{FF2B5EF4-FFF2-40B4-BE49-F238E27FC236}">
                <a16:creationId xmlns:a16="http://schemas.microsoft.com/office/drawing/2014/main" id="{BDB5FB7B-6C25-4DDB-8392-8EB212AF513F}"/>
              </a:ext>
            </a:extLst>
          </p:cNvPr>
          <p:cNvSpPr>
            <a:spLocks noGrp="1"/>
          </p:cNvSpPr>
          <p:nvPr>
            <p:ph type="pic" idx="15" hasCustomPrompt="1"/>
          </p:nvPr>
        </p:nvSpPr>
        <p:spPr>
          <a:xfrm>
            <a:off x="1679509" y="2531245"/>
            <a:ext cx="3311968" cy="1800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6" name="Picture Placeholder 2">
            <a:extLst>
              <a:ext uri="{FF2B5EF4-FFF2-40B4-BE49-F238E27FC236}">
                <a16:creationId xmlns:a16="http://schemas.microsoft.com/office/drawing/2014/main" id="{42C50E7C-EB32-4D95-B8F1-8BE10A073106}"/>
              </a:ext>
            </a:extLst>
          </p:cNvPr>
          <p:cNvSpPr>
            <a:spLocks noGrp="1"/>
          </p:cNvSpPr>
          <p:nvPr>
            <p:ph type="pic" idx="16" hasCustomPrompt="1"/>
          </p:nvPr>
        </p:nvSpPr>
        <p:spPr>
          <a:xfrm>
            <a:off x="1679509" y="4499595"/>
            <a:ext cx="3311968" cy="1800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768664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Contents slide layout">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DDBFA302-365D-4257-9D0E-2277073B145D}"/>
              </a:ext>
            </a:extLst>
          </p:cNvPr>
          <p:cNvSpPr>
            <a:spLocks noGrp="1"/>
          </p:cNvSpPr>
          <p:nvPr>
            <p:ph type="pic" idx="18" hasCustomPrompt="1"/>
          </p:nvPr>
        </p:nvSpPr>
        <p:spPr>
          <a:xfrm>
            <a:off x="0" y="0"/>
            <a:ext cx="6096000" cy="6858000"/>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833295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0445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sp>
        <p:nvSpPr>
          <p:cNvPr id="2" name="그림 개체 틀 2">
            <a:extLst>
              <a:ext uri="{FF2B5EF4-FFF2-40B4-BE49-F238E27FC236}">
                <a16:creationId xmlns:a16="http://schemas.microsoft.com/office/drawing/2014/main" id="{FAA807E4-56C6-402E-848D-BB4C3322FB60}"/>
              </a:ext>
            </a:extLst>
          </p:cNvPr>
          <p:cNvSpPr>
            <a:spLocks noGrp="1"/>
          </p:cNvSpPr>
          <p:nvPr>
            <p:ph type="pic" sz="quarter" idx="10" hasCustomPrompt="1"/>
          </p:nvPr>
        </p:nvSpPr>
        <p:spPr>
          <a:xfrm>
            <a:off x="731520" y="2345890"/>
            <a:ext cx="6992983" cy="2376264"/>
          </a:xfrm>
          <a:prstGeom prst="rect">
            <a:avLst/>
          </a:prstGeom>
          <a:solidFill>
            <a:schemeClr val="bg1">
              <a:lumMod val="95000"/>
            </a:schemeClr>
          </a:solidFill>
          <a:ln w="25400">
            <a:noFill/>
          </a:ln>
          <a:effectLst/>
        </p:spPr>
        <p:txBody>
          <a:bodyPr/>
          <a:lstStyle>
            <a:lvl1pPr marL="0" indent="0" algn="ctr">
              <a:buFontTx/>
              <a:buNone/>
              <a:defRPr sz="1200">
                <a:solidFill>
                  <a:schemeClr val="tx1">
                    <a:lumMod val="75000"/>
                    <a:lumOff val="25000"/>
                  </a:schemeClr>
                </a:solidFill>
              </a:defRPr>
            </a:lvl1pPr>
          </a:lstStyle>
          <a:p>
            <a:r>
              <a:rPr lang="en-US" altLang="ko-KR" dirty="0"/>
              <a:t>Place Your Picture Here</a:t>
            </a:r>
            <a:endParaRPr lang="ko-KR" altLang="en-US" dirty="0"/>
          </a:p>
        </p:txBody>
      </p:sp>
      <p:sp>
        <p:nvSpPr>
          <p:cNvPr id="3" name="직사각형 2">
            <a:extLst>
              <a:ext uri="{FF2B5EF4-FFF2-40B4-BE49-F238E27FC236}">
                <a16:creationId xmlns:a16="http://schemas.microsoft.com/office/drawing/2014/main" id="{DA0F4677-9B15-4116-A37F-EA517F96B608}"/>
              </a:ext>
            </a:extLst>
          </p:cNvPr>
          <p:cNvSpPr/>
          <p:nvPr userDrawn="1"/>
        </p:nvSpPr>
        <p:spPr>
          <a:xfrm>
            <a:off x="7724503" y="2345890"/>
            <a:ext cx="3735976" cy="2376000"/>
          </a:xfrm>
          <a:prstGeom prst="rect">
            <a:avLst/>
          </a:prstGeom>
          <a:solidFill>
            <a:schemeClr val="accent1">
              <a:alpha val="89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800">
              <a:solidFill>
                <a:schemeClr val="tx1">
                  <a:lumMod val="75000"/>
                  <a:lumOff val="25000"/>
                </a:schemeClr>
              </a:solidFill>
            </a:endParaRPr>
          </a:p>
        </p:txBody>
      </p:sp>
      <p:sp>
        <p:nvSpPr>
          <p:cNvPr id="4" name="Text Placeholder 9">
            <a:extLst>
              <a:ext uri="{FF2B5EF4-FFF2-40B4-BE49-F238E27FC236}">
                <a16:creationId xmlns:a16="http://schemas.microsoft.com/office/drawing/2014/main" id="{57B23F21-9999-4814-9DE0-1C1D035FAF35}"/>
              </a:ext>
            </a:extLst>
          </p:cNvPr>
          <p:cNvSpPr>
            <a:spLocks noGrp="1"/>
          </p:cNvSpPr>
          <p:nvPr>
            <p:ph type="body" sz="quarter" idx="11"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75000"/>
                    <a:lumOff val="2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199585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2667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Contents slide layout">
    <p:spTree>
      <p:nvGrpSpPr>
        <p:cNvPr id="1" name=""/>
        <p:cNvGrpSpPr/>
        <p:nvPr/>
      </p:nvGrpSpPr>
      <p:grpSpPr>
        <a:xfrm>
          <a:off x="0" y="0"/>
          <a:ext cx="0" cy="0"/>
          <a:chOff x="0" y="0"/>
          <a:chExt cx="0" cy="0"/>
        </a:xfrm>
      </p:grpSpPr>
      <p:sp>
        <p:nvSpPr>
          <p:cNvPr id="4" name="Rectangle 68">
            <a:extLst>
              <a:ext uri="{FF2B5EF4-FFF2-40B4-BE49-F238E27FC236}">
                <a16:creationId xmlns:a16="http://schemas.microsoft.com/office/drawing/2014/main" id="{A9D41CEA-9BD6-4D8A-9BBE-A419E3F8944A}"/>
              </a:ext>
            </a:extLst>
          </p:cNvPr>
          <p:cNvSpPr/>
          <p:nvPr userDrawn="1"/>
        </p:nvSpPr>
        <p:spPr>
          <a:xfrm>
            <a:off x="6096000" y="837246"/>
            <a:ext cx="6096000" cy="25917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61">
            <a:extLst>
              <a:ext uri="{FF2B5EF4-FFF2-40B4-BE49-F238E27FC236}">
                <a16:creationId xmlns:a16="http://schemas.microsoft.com/office/drawing/2014/main" id="{C55784C2-A625-4992-85BC-279ED49F5E54}"/>
              </a:ext>
            </a:extLst>
          </p:cNvPr>
          <p:cNvGrpSpPr/>
          <p:nvPr userDrawn="1"/>
        </p:nvGrpSpPr>
        <p:grpSpPr>
          <a:xfrm>
            <a:off x="1058291" y="3689597"/>
            <a:ext cx="2892793" cy="3168403"/>
            <a:chOff x="1058291" y="3689597"/>
            <a:chExt cx="2892793" cy="3168403"/>
          </a:xfrm>
        </p:grpSpPr>
        <p:sp>
          <p:nvSpPr>
            <p:cNvPr id="6" name="Freeform: Shape 53">
              <a:extLst>
                <a:ext uri="{FF2B5EF4-FFF2-40B4-BE49-F238E27FC236}">
                  <a16:creationId xmlns:a16="http://schemas.microsoft.com/office/drawing/2014/main" id="{13077F57-5725-450D-B772-BCD9A94C02A3}"/>
                </a:ext>
              </a:extLst>
            </p:cNvPr>
            <p:cNvSpPr/>
            <p:nvPr userDrawn="1"/>
          </p:nvSpPr>
          <p:spPr>
            <a:xfrm>
              <a:off x="1062769" y="3689597"/>
              <a:ext cx="2885112" cy="3168403"/>
            </a:xfrm>
            <a:custGeom>
              <a:avLst/>
              <a:gdLst>
                <a:gd name="connsiteX0" fmla="*/ 380827 w 2885112"/>
                <a:gd name="connsiteY0" fmla="*/ 0 h 3168403"/>
                <a:gd name="connsiteX1" fmla="*/ 2504286 w 2885112"/>
                <a:gd name="connsiteY1" fmla="*/ 0 h 3168403"/>
                <a:gd name="connsiteX2" fmla="*/ 2885112 w 2885112"/>
                <a:gd name="connsiteY2" fmla="*/ 376422 h 3168403"/>
                <a:gd name="connsiteX3" fmla="*/ 2885112 w 2885112"/>
                <a:gd name="connsiteY3" fmla="*/ 3168403 h 3168403"/>
                <a:gd name="connsiteX4" fmla="*/ 0 w 2885112"/>
                <a:gd name="connsiteY4" fmla="*/ 3168403 h 3168403"/>
                <a:gd name="connsiteX5" fmla="*/ 0 w 2885112"/>
                <a:gd name="connsiteY5" fmla="*/ 376422 h 3168403"/>
                <a:gd name="connsiteX6" fmla="*/ 380827 w 2885112"/>
                <a:gd name="connsiteY6" fmla="*/ 0 h 3168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85112" h="3168403">
                  <a:moveTo>
                    <a:pt x="380827" y="0"/>
                  </a:moveTo>
                  <a:lnTo>
                    <a:pt x="2504286" y="0"/>
                  </a:lnTo>
                  <a:cubicBezTo>
                    <a:pt x="2714606" y="0"/>
                    <a:pt x="2885112" y="168534"/>
                    <a:pt x="2885112" y="376422"/>
                  </a:cubicBezTo>
                  <a:lnTo>
                    <a:pt x="2885112" y="3168403"/>
                  </a:lnTo>
                  <a:lnTo>
                    <a:pt x="0" y="3168403"/>
                  </a:lnTo>
                  <a:lnTo>
                    <a:pt x="0" y="376422"/>
                  </a:lnTo>
                  <a:cubicBezTo>
                    <a:pt x="57" y="168534"/>
                    <a:pt x="170506" y="0"/>
                    <a:pt x="380827" y="0"/>
                  </a:cubicBezTo>
                  <a:close/>
                </a:path>
              </a:pathLst>
            </a:custGeom>
            <a:solidFill>
              <a:srgbClr val="D0D4D8"/>
            </a:solidFill>
            <a:ln w="6728" cap="flat">
              <a:noFill/>
              <a:prstDash val="solid"/>
              <a:miter/>
            </a:ln>
          </p:spPr>
          <p:txBody>
            <a:bodyPr wrap="square" rtlCol="0" anchor="ctr">
              <a:noAutofit/>
            </a:bodyPr>
            <a:lstStyle/>
            <a:p>
              <a:endParaRPr lang="en-US"/>
            </a:p>
          </p:txBody>
        </p:sp>
        <p:sp>
          <p:nvSpPr>
            <p:cNvPr id="7" name="Freeform: Shape 54">
              <a:extLst>
                <a:ext uri="{FF2B5EF4-FFF2-40B4-BE49-F238E27FC236}">
                  <a16:creationId xmlns:a16="http://schemas.microsoft.com/office/drawing/2014/main" id="{0194C56D-0A74-4F25-BE44-939F18CA1333}"/>
                </a:ext>
              </a:extLst>
            </p:cNvPr>
            <p:cNvSpPr/>
            <p:nvPr userDrawn="1"/>
          </p:nvSpPr>
          <p:spPr>
            <a:xfrm>
              <a:off x="1101424" y="3719878"/>
              <a:ext cx="2807801" cy="3138121"/>
            </a:xfrm>
            <a:custGeom>
              <a:avLst/>
              <a:gdLst>
                <a:gd name="connsiteX0" fmla="*/ 379798 w 2807801"/>
                <a:gd name="connsiteY0" fmla="*/ 0 h 3138121"/>
                <a:gd name="connsiteX1" fmla="*/ 2428003 w 2807801"/>
                <a:gd name="connsiteY1" fmla="*/ 0 h 3138121"/>
                <a:gd name="connsiteX2" fmla="*/ 2807801 w 2807801"/>
                <a:gd name="connsiteY2" fmla="*/ 376422 h 3138121"/>
                <a:gd name="connsiteX3" fmla="*/ 2807801 w 2807801"/>
                <a:gd name="connsiteY3" fmla="*/ 3138121 h 3138121"/>
                <a:gd name="connsiteX4" fmla="*/ 0 w 2807801"/>
                <a:gd name="connsiteY4" fmla="*/ 3138121 h 3138121"/>
                <a:gd name="connsiteX5" fmla="*/ 0 w 2807801"/>
                <a:gd name="connsiteY5" fmla="*/ 376422 h 3138121"/>
                <a:gd name="connsiteX6" fmla="*/ 379798 w 2807801"/>
                <a:gd name="connsiteY6" fmla="*/ 0 h 313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07801" h="3138121">
                  <a:moveTo>
                    <a:pt x="379798" y="0"/>
                  </a:moveTo>
                  <a:lnTo>
                    <a:pt x="2428003" y="0"/>
                  </a:lnTo>
                  <a:cubicBezTo>
                    <a:pt x="2637756" y="0"/>
                    <a:pt x="2807801" y="168533"/>
                    <a:pt x="2807801" y="376422"/>
                  </a:cubicBezTo>
                  <a:lnTo>
                    <a:pt x="2807801" y="3138121"/>
                  </a:lnTo>
                  <a:lnTo>
                    <a:pt x="0" y="3138121"/>
                  </a:lnTo>
                  <a:lnTo>
                    <a:pt x="0" y="376422"/>
                  </a:lnTo>
                  <a:cubicBezTo>
                    <a:pt x="0" y="168533"/>
                    <a:pt x="170045" y="0"/>
                    <a:pt x="379798" y="0"/>
                  </a:cubicBezTo>
                  <a:close/>
                </a:path>
              </a:pathLst>
            </a:custGeom>
            <a:solidFill>
              <a:srgbClr val="070808"/>
            </a:solidFill>
            <a:ln w="6728" cap="flat">
              <a:noFill/>
              <a:prstDash val="solid"/>
              <a:miter/>
            </a:ln>
          </p:spPr>
          <p:txBody>
            <a:bodyPr wrap="square" rtlCol="0" anchor="ctr">
              <a:noAutofit/>
            </a:bodyPr>
            <a:lstStyle/>
            <a:p>
              <a:endParaRPr lang="en-US"/>
            </a:p>
          </p:txBody>
        </p:sp>
        <p:sp>
          <p:nvSpPr>
            <p:cNvPr id="8" name="Graphic 2">
              <a:extLst>
                <a:ext uri="{FF2B5EF4-FFF2-40B4-BE49-F238E27FC236}">
                  <a16:creationId xmlns:a16="http://schemas.microsoft.com/office/drawing/2014/main" id="{4E3F047C-1D8A-462E-93CB-7E62D82ADD9E}"/>
                </a:ext>
              </a:extLst>
            </p:cNvPr>
            <p:cNvSpPr/>
            <p:nvPr/>
          </p:nvSpPr>
          <p:spPr>
            <a:xfrm>
              <a:off x="1058801" y="4510882"/>
              <a:ext cx="20187" cy="196716"/>
            </a:xfrm>
            <a:custGeom>
              <a:avLst/>
              <a:gdLst>
                <a:gd name="connsiteX0" fmla="*/ 15158 w 23982"/>
                <a:gd name="connsiteY0" fmla="*/ 233697 h 233697"/>
                <a:gd name="connsiteX1" fmla="*/ 0 w 23982"/>
                <a:gd name="connsiteY1" fmla="*/ 233697 h 233697"/>
                <a:gd name="connsiteX2" fmla="*/ 0 w 23982"/>
                <a:gd name="connsiteY2" fmla="*/ 0 h 233697"/>
                <a:gd name="connsiteX3" fmla="*/ 15158 w 23982"/>
                <a:gd name="connsiteY3" fmla="*/ 0 h 233697"/>
                <a:gd name="connsiteX4" fmla="*/ 23983 w 23982"/>
                <a:gd name="connsiteY4" fmla="*/ 8825 h 233697"/>
                <a:gd name="connsiteX5" fmla="*/ 23983 w 23982"/>
                <a:gd name="connsiteY5" fmla="*/ 224805 h 233697"/>
                <a:gd name="connsiteX6" fmla="*/ 15158 w 23982"/>
                <a:gd name="connsiteY6" fmla="*/ 233697 h 23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2" h="233697">
                  <a:moveTo>
                    <a:pt x="15158" y="233697"/>
                  </a:moveTo>
                  <a:lnTo>
                    <a:pt x="0" y="233697"/>
                  </a:lnTo>
                  <a:lnTo>
                    <a:pt x="0" y="0"/>
                  </a:lnTo>
                  <a:lnTo>
                    <a:pt x="15158" y="0"/>
                  </a:lnTo>
                  <a:cubicBezTo>
                    <a:pt x="20008" y="0"/>
                    <a:pt x="23983" y="3975"/>
                    <a:pt x="23983" y="8825"/>
                  </a:cubicBezTo>
                  <a:lnTo>
                    <a:pt x="23983" y="224805"/>
                  </a:lnTo>
                  <a:cubicBezTo>
                    <a:pt x="23983" y="229723"/>
                    <a:pt x="20008" y="233697"/>
                    <a:pt x="15158" y="233697"/>
                  </a:cubicBezTo>
                  <a:close/>
                </a:path>
              </a:pathLst>
            </a:custGeom>
            <a:solidFill>
              <a:srgbClr val="364551"/>
            </a:solidFill>
            <a:ln w="6728" cap="flat">
              <a:noFill/>
              <a:prstDash val="solid"/>
              <a:miter/>
            </a:ln>
          </p:spPr>
          <p:txBody>
            <a:bodyPr rtlCol="0" anchor="ctr"/>
            <a:lstStyle/>
            <a:p>
              <a:endParaRPr lang="en-US"/>
            </a:p>
          </p:txBody>
        </p:sp>
        <p:sp>
          <p:nvSpPr>
            <p:cNvPr id="9" name="Graphic 2">
              <a:extLst>
                <a:ext uri="{FF2B5EF4-FFF2-40B4-BE49-F238E27FC236}">
                  <a16:creationId xmlns:a16="http://schemas.microsoft.com/office/drawing/2014/main" id="{68A1BEE2-731F-4E06-8AE6-9774771FDABE}"/>
                </a:ext>
              </a:extLst>
            </p:cNvPr>
            <p:cNvSpPr/>
            <p:nvPr/>
          </p:nvSpPr>
          <p:spPr>
            <a:xfrm>
              <a:off x="1058801" y="4932953"/>
              <a:ext cx="28182" cy="392355"/>
            </a:xfrm>
            <a:custGeom>
              <a:avLst/>
              <a:gdLst>
                <a:gd name="connsiteX0" fmla="*/ 24656 w 33481"/>
                <a:gd name="connsiteY0" fmla="*/ 466115 h 466115"/>
                <a:gd name="connsiteX1" fmla="*/ 10105 w 33481"/>
                <a:gd name="connsiteY1" fmla="*/ 466115 h 466115"/>
                <a:gd name="connsiteX2" fmla="*/ 0 w 33481"/>
                <a:gd name="connsiteY2" fmla="*/ 456010 h 466115"/>
                <a:gd name="connsiteX3" fmla="*/ 0 w 33481"/>
                <a:gd name="connsiteY3" fmla="*/ 10105 h 466115"/>
                <a:gd name="connsiteX4" fmla="*/ 10105 w 33481"/>
                <a:gd name="connsiteY4" fmla="*/ 0 h 466115"/>
                <a:gd name="connsiteX5" fmla="*/ 24656 w 33481"/>
                <a:gd name="connsiteY5" fmla="*/ 0 h 466115"/>
                <a:gd name="connsiteX6" fmla="*/ 33482 w 33481"/>
                <a:gd name="connsiteY6" fmla="*/ 8825 h 466115"/>
                <a:gd name="connsiteX7" fmla="*/ 33482 w 33481"/>
                <a:gd name="connsiteY7" fmla="*/ 457223 h 466115"/>
                <a:gd name="connsiteX8" fmla="*/ 24656 w 33481"/>
                <a:gd name="connsiteY8" fmla="*/ 466115 h 466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5">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3"/>
                  </a:lnTo>
                  <a:cubicBezTo>
                    <a:pt x="33482" y="462140"/>
                    <a:pt x="29507" y="466115"/>
                    <a:pt x="24656" y="466115"/>
                  </a:cubicBezTo>
                  <a:close/>
                </a:path>
              </a:pathLst>
            </a:custGeom>
            <a:solidFill>
              <a:srgbClr val="364551"/>
            </a:solidFill>
            <a:ln w="6728" cap="flat">
              <a:noFill/>
              <a:prstDash val="solid"/>
              <a:miter/>
            </a:ln>
          </p:spPr>
          <p:txBody>
            <a:bodyPr rtlCol="0" anchor="ctr"/>
            <a:lstStyle/>
            <a:p>
              <a:endParaRPr lang="en-US"/>
            </a:p>
          </p:txBody>
        </p:sp>
        <p:sp>
          <p:nvSpPr>
            <p:cNvPr id="10" name="Graphic 2">
              <a:extLst>
                <a:ext uri="{FF2B5EF4-FFF2-40B4-BE49-F238E27FC236}">
                  <a16:creationId xmlns:a16="http://schemas.microsoft.com/office/drawing/2014/main" id="{EDDCD7F6-B6F3-4503-B930-8229A9CB403F}"/>
                </a:ext>
              </a:extLst>
            </p:cNvPr>
            <p:cNvSpPr/>
            <p:nvPr/>
          </p:nvSpPr>
          <p:spPr>
            <a:xfrm>
              <a:off x="1058858" y="4961137"/>
              <a:ext cx="15935" cy="328560"/>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p>
              <a:endParaRPr lang="en-US"/>
            </a:p>
          </p:txBody>
        </p:sp>
        <p:sp>
          <p:nvSpPr>
            <p:cNvPr id="11" name="Graphic 2">
              <a:extLst>
                <a:ext uri="{FF2B5EF4-FFF2-40B4-BE49-F238E27FC236}">
                  <a16:creationId xmlns:a16="http://schemas.microsoft.com/office/drawing/2014/main" id="{33F453F5-45C4-4CA9-BA46-64D6BC0CE6FD}"/>
                </a:ext>
              </a:extLst>
            </p:cNvPr>
            <p:cNvSpPr/>
            <p:nvPr/>
          </p:nvSpPr>
          <p:spPr>
            <a:xfrm>
              <a:off x="1058291" y="5456869"/>
              <a:ext cx="28182" cy="392355"/>
            </a:xfrm>
            <a:custGeom>
              <a:avLst/>
              <a:gdLst>
                <a:gd name="connsiteX0" fmla="*/ 24656 w 33481"/>
                <a:gd name="connsiteY0" fmla="*/ 466115 h 466114"/>
                <a:gd name="connsiteX1" fmla="*/ 10105 w 33481"/>
                <a:gd name="connsiteY1" fmla="*/ 466115 h 466114"/>
                <a:gd name="connsiteX2" fmla="*/ 0 w 33481"/>
                <a:gd name="connsiteY2" fmla="*/ 456010 h 466114"/>
                <a:gd name="connsiteX3" fmla="*/ 0 w 33481"/>
                <a:gd name="connsiteY3" fmla="*/ 10105 h 466114"/>
                <a:gd name="connsiteX4" fmla="*/ 10105 w 33481"/>
                <a:gd name="connsiteY4" fmla="*/ 0 h 466114"/>
                <a:gd name="connsiteX5" fmla="*/ 24656 w 33481"/>
                <a:gd name="connsiteY5" fmla="*/ 0 h 466114"/>
                <a:gd name="connsiteX6" fmla="*/ 33482 w 33481"/>
                <a:gd name="connsiteY6" fmla="*/ 8825 h 466114"/>
                <a:gd name="connsiteX7" fmla="*/ 33482 w 33481"/>
                <a:gd name="connsiteY7" fmla="*/ 457222 h 466114"/>
                <a:gd name="connsiteX8" fmla="*/ 24656 w 33481"/>
                <a:gd name="connsiteY8" fmla="*/ 466115 h 46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4">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2"/>
                  </a:lnTo>
                  <a:cubicBezTo>
                    <a:pt x="33482" y="462208"/>
                    <a:pt x="29507" y="466115"/>
                    <a:pt x="24656" y="466115"/>
                  </a:cubicBezTo>
                  <a:close/>
                </a:path>
              </a:pathLst>
            </a:custGeom>
            <a:solidFill>
              <a:srgbClr val="364551"/>
            </a:solidFill>
            <a:ln w="6728" cap="flat">
              <a:noFill/>
              <a:prstDash val="solid"/>
              <a:miter/>
            </a:ln>
          </p:spPr>
          <p:txBody>
            <a:bodyPr rtlCol="0" anchor="ctr"/>
            <a:lstStyle/>
            <a:p>
              <a:endParaRPr lang="en-US"/>
            </a:p>
          </p:txBody>
        </p:sp>
        <p:sp>
          <p:nvSpPr>
            <p:cNvPr id="12" name="Graphic 2">
              <a:extLst>
                <a:ext uri="{FF2B5EF4-FFF2-40B4-BE49-F238E27FC236}">
                  <a16:creationId xmlns:a16="http://schemas.microsoft.com/office/drawing/2014/main" id="{0FFB74C1-B1C0-43D3-8844-E198E8331C96}"/>
                </a:ext>
              </a:extLst>
            </p:cNvPr>
            <p:cNvSpPr/>
            <p:nvPr/>
          </p:nvSpPr>
          <p:spPr>
            <a:xfrm>
              <a:off x="1058291" y="5485053"/>
              <a:ext cx="15935" cy="328560"/>
            </a:xfrm>
            <a:custGeom>
              <a:avLst/>
              <a:gdLst>
                <a:gd name="connsiteX0" fmla="*/ 17718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718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718"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91" y="390327"/>
                    <a:pt x="17718" y="390327"/>
                  </a:cubicBezTo>
                  <a:close/>
                </a:path>
              </a:pathLst>
            </a:custGeom>
            <a:solidFill>
              <a:srgbClr val="FAFDFF"/>
            </a:solidFill>
            <a:ln w="6728" cap="flat">
              <a:noFill/>
              <a:prstDash val="solid"/>
              <a:miter/>
            </a:ln>
          </p:spPr>
          <p:txBody>
            <a:bodyPr rtlCol="0" anchor="ctr"/>
            <a:lstStyle/>
            <a:p>
              <a:endParaRPr lang="en-US"/>
            </a:p>
          </p:txBody>
        </p:sp>
        <p:sp>
          <p:nvSpPr>
            <p:cNvPr id="13" name="Graphic 2">
              <a:extLst>
                <a:ext uri="{FF2B5EF4-FFF2-40B4-BE49-F238E27FC236}">
                  <a16:creationId xmlns:a16="http://schemas.microsoft.com/office/drawing/2014/main" id="{561C812A-62A1-47A9-955D-CC8D5F1FFABF}"/>
                </a:ext>
              </a:extLst>
            </p:cNvPr>
            <p:cNvSpPr/>
            <p:nvPr/>
          </p:nvSpPr>
          <p:spPr>
            <a:xfrm>
              <a:off x="3922902" y="5064570"/>
              <a:ext cx="28182" cy="635005"/>
            </a:xfrm>
            <a:custGeom>
              <a:avLst/>
              <a:gdLst>
                <a:gd name="connsiteX0" fmla="*/ 24656 w 33481"/>
                <a:gd name="connsiteY0" fmla="*/ 754380 h 754380"/>
                <a:gd name="connsiteX1" fmla="*/ 10105 w 33481"/>
                <a:gd name="connsiteY1" fmla="*/ 754380 h 754380"/>
                <a:gd name="connsiteX2" fmla="*/ 0 w 33481"/>
                <a:gd name="connsiteY2" fmla="*/ 744275 h 754380"/>
                <a:gd name="connsiteX3" fmla="*/ 0 w 33481"/>
                <a:gd name="connsiteY3" fmla="*/ 10105 h 754380"/>
                <a:gd name="connsiteX4" fmla="*/ 10105 w 33481"/>
                <a:gd name="connsiteY4" fmla="*/ 0 h 754380"/>
                <a:gd name="connsiteX5" fmla="*/ 24656 w 33481"/>
                <a:gd name="connsiteY5" fmla="*/ 0 h 754380"/>
                <a:gd name="connsiteX6" fmla="*/ 33482 w 33481"/>
                <a:gd name="connsiteY6" fmla="*/ 8825 h 754380"/>
                <a:gd name="connsiteX7" fmla="*/ 33482 w 33481"/>
                <a:gd name="connsiteY7" fmla="*/ 745555 h 754380"/>
                <a:gd name="connsiteX8" fmla="*/ 24656 w 33481"/>
                <a:gd name="connsiteY8" fmla="*/ 754380 h 75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754380">
                  <a:moveTo>
                    <a:pt x="24656" y="754380"/>
                  </a:moveTo>
                  <a:lnTo>
                    <a:pt x="10105" y="754380"/>
                  </a:lnTo>
                  <a:cubicBezTo>
                    <a:pt x="4514" y="754380"/>
                    <a:pt x="0" y="749866"/>
                    <a:pt x="0" y="744275"/>
                  </a:cubicBezTo>
                  <a:lnTo>
                    <a:pt x="0" y="10105"/>
                  </a:lnTo>
                  <a:cubicBezTo>
                    <a:pt x="0" y="4514"/>
                    <a:pt x="4514" y="0"/>
                    <a:pt x="10105" y="0"/>
                  </a:cubicBezTo>
                  <a:lnTo>
                    <a:pt x="24656" y="0"/>
                  </a:lnTo>
                  <a:cubicBezTo>
                    <a:pt x="29507" y="0"/>
                    <a:pt x="33482" y="3975"/>
                    <a:pt x="33482" y="8825"/>
                  </a:cubicBezTo>
                  <a:lnTo>
                    <a:pt x="33482" y="745555"/>
                  </a:lnTo>
                  <a:cubicBezTo>
                    <a:pt x="33482" y="750405"/>
                    <a:pt x="29507" y="754380"/>
                    <a:pt x="24656" y="754380"/>
                  </a:cubicBezTo>
                  <a:close/>
                </a:path>
              </a:pathLst>
            </a:custGeom>
            <a:solidFill>
              <a:srgbClr val="8A9096"/>
            </a:solidFill>
            <a:ln w="6728" cap="flat">
              <a:noFill/>
              <a:prstDash val="solid"/>
              <a:miter/>
            </a:ln>
          </p:spPr>
          <p:txBody>
            <a:bodyPr rtlCol="0" anchor="ctr"/>
            <a:lstStyle/>
            <a:p>
              <a:pPr lvl="0"/>
              <a:endParaRPr lang="en-US"/>
            </a:p>
          </p:txBody>
        </p:sp>
        <p:sp>
          <p:nvSpPr>
            <p:cNvPr id="14" name="Graphic 2">
              <a:extLst>
                <a:ext uri="{FF2B5EF4-FFF2-40B4-BE49-F238E27FC236}">
                  <a16:creationId xmlns:a16="http://schemas.microsoft.com/office/drawing/2014/main" id="{52A5E994-BDA9-46CA-8D64-0ED4FBE664E3}"/>
                </a:ext>
              </a:extLst>
            </p:cNvPr>
            <p:cNvSpPr/>
            <p:nvPr/>
          </p:nvSpPr>
          <p:spPr>
            <a:xfrm>
              <a:off x="3935149" y="5110218"/>
              <a:ext cx="15935" cy="531742"/>
            </a:xfrm>
            <a:custGeom>
              <a:avLst/>
              <a:gdLst>
                <a:gd name="connsiteX0" fmla="*/ 17650 w 18930"/>
                <a:gd name="connsiteY0" fmla="*/ 631704 h 631704"/>
                <a:gd name="connsiteX1" fmla="*/ 1886 w 18930"/>
                <a:gd name="connsiteY1" fmla="*/ 631704 h 631704"/>
                <a:gd name="connsiteX2" fmla="*/ 0 w 18930"/>
                <a:gd name="connsiteY2" fmla="*/ 629818 h 631704"/>
                <a:gd name="connsiteX3" fmla="*/ 0 w 18930"/>
                <a:gd name="connsiteY3" fmla="*/ 1886 h 631704"/>
                <a:gd name="connsiteX4" fmla="*/ 1886 w 18930"/>
                <a:gd name="connsiteY4" fmla="*/ 0 h 631704"/>
                <a:gd name="connsiteX5" fmla="*/ 17650 w 18930"/>
                <a:gd name="connsiteY5" fmla="*/ 0 h 631704"/>
                <a:gd name="connsiteX6" fmla="*/ 18930 w 18930"/>
                <a:gd name="connsiteY6" fmla="*/ 1280 h 631704"/>
                <a:gd name="connsiteX7" fmla="*/ 18930 w 18930"/>
                <a:gd name="connsiteY7" fmla="*/ 630491 h 631704"/>
                <a:gd name="connsiteX8" fmla="*/ 17650 w 18930"/>
                <a:gd name="connsiteY8" fmla="*/ 631704 h 63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631704">
                  <a:moveTo>
                    <a:pt x="17650" y="631704"/>
                  </a:moveTo>
                  <a:lnTo>
                    <a:pt x="1886" y="631704"/>
                  </a:lnTo>
                  <a:cubicBezTo>
                    <a:pt x="808" y="631704"/>
                    <a:pt x="0" y="630828"/>
                    <a:pt x="0" y="629818"/>
                  </a:cubicBezTo>
                  <a:lnTo>
                    <a:pt x="0" y="1886"/>
                  </a:lnTo>
                  <a:cubicBezTo>
                    <a:pt x="0" y="808"/>
                    <a:pt x="876" y="0"/>
                    <a:pt x="1886" y="0"/>
                  </a:cubicBezTo>
                  <a:lnTo>
                    <a:pt x="17650" y="0"/>
                  </a:lnTo>
                  <a:cubicBezTo>
                    <a:pt x="18324" y="0"/>
                    <a:pt x="18930" y="539"/>
                    <a:pt x="18930" y="1280"/>
                  </a:cubicBezTo>
                  <a:lnTo>
                    <a:pt x="18930" y="630491"/>
                  </a:lnTo>
                  <a:cubicBezTo>
                    <a:pt x="18863" y="631098"/>
                    <a:pt x="18324" y="631704"/>
                    <a:pt x="17650" y="631704"/>
                  </a:cubicBezTo>
                  <a:close/>
                </a:path>
              </a:pathLst>
            </a:custGeom>
            <a:solidFill>
              <a:srgbClr val="4A4C4D"/>
            </a:solidFill>
            <a:ln w="6728" cap="flat">
              <a:noFill/>
              <a:prstDash val="solid"/>
              <a:miter/>
            </a:ln>
          </p:spPr>
          <p:txBody>
            <a:bodyPr rtlCol="0" anchor="ctr"/>
            <a:lstStyle/>
            <a:p>
              <a:pPr lvl="0"/>
              <a:endParaRPr lang="en-US"/>
            </a:p>
          </p:txBody>
        </p:sp>
        <p:sp>
          <p:nvSpPr>
            <p:cNvPr id="15" name="Graphic 2">
              <a:extLst>
                <a:ext uri="{FF2B5EF4-FFF2-40B4-BE49-F238E27FC236}">
                  <a16:creationId xmlns:a16="http://schemas.microsoft.com/office/drawing/2014/main" id="{DC342C15-8643-4ADB-AF3A-E634DF95EA7D}"/>
                </a:ext>
              </a:extLst>
            </p:cNvPr>
            <p:cNvSpPr/>
            <p:nvPr/>
          </p:nvSpPr>
          <p:spPr>
            <a:xfrm>
              <a:off x="3928288" y="6392988"/>
              <a:ext cx="22796" cy="435170"/>
            </a:xfrm>
            <a:custGeom>
              <a:avLst/>
              <a:gdLst>
                <a:gd name="connsiteX0" fmla="*/ 18257 w 27081"/>
                <a:gd name="connsiteY0" fmla="*/ 516977 h 516977"/>
                <a:gd name="connsiteX1" fmla="*/ 10105 w 27081"/>
                <a:gd name="connsiteY1" fmla="*/ 516977 h 516977"/>
                <a:gd name="connsiteX2" fmla="*/ 0 w 27081"/>
                <a:gd name="connsiteY2" fmla="*/ 506872 h 516977"/>
                <a:gd name="connsiteX3" fmla="*/ 0 w 27081"/>
                <a:gd name="connsiteY3" fmla="*/ 10105 h 516977"/>
                <a:gd name="connsiteX4" fmla="*/ 10105 w 27081"/>
                <a:gd name="connsiteY4" fmla="*/ 0 h 516977"/>
                <a:gd name="connsiteX5" fmla="*/ 18257 w 27081"/>
                <a:gd name="connsiteY5" fmla="*/ 0 h 516977"/>
                <a:gd name="connsiteX6" fmla="*/ 27082 w 27081"/>
                <a:gd name="connsiteY6" fmla="*/ 8825 h 516977"/>
                <a:gd name="connsiteX7" fmla="*/ 27082 w 27081"/>
                <a:gd name="connsiteY7" fmla="*/ 508152 h 516977"/>
                <a:gd name="connsiteX8" fmla="*/ 18257 w 27081"/>
                <a:gd name="connsiteY8" fmla="*/ 516977 h 51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1" h="516977">
                  <a:moveTo>
                    <a:pt x="18257" y="516977"/>
                  </a:moveTo>
                  <a:lnTo>
                    <a:pt x="10105" y="516977"/>
                  </a:lnTo>
                  <a:cubicBezTo>
                    <a:pt x="4514" y="516977"/>
                    <a:pt x="0" y="512464"/>
                    <a:pt x="0" y="506872"/>
                  </a:cubicBezTo>
                  <a:lnTo>
                    <a:pt x="0" y="10105"/>
                  </a:lnTo>
                  <a:cubicBezTo>
                    <a:pt x="0" y="4514"/>
                    <a:pt x="4514" y="0"/>
                    <a:pt x="10105" y="0"/>
                  </a:cubicBezTo>
                  <a:lnTo>
                    <a:pt x="18257" y="0"/>
                  </a:lnTo>
                  <a:cubicBezTo>
                    <a:pt x="23107" y="0"/>
                    <a:pt x="27082" y="3975"/>
                    <a:pt x="27082" y="8825"/>
                  </a:cubicBezTo>
                  <a:lnTo>
                    <a:pt x="27082" y="508152"/>
                  </a:lnTo>
                  <a:cubicBezTo>
                    <a:pt x="27082" y="513003"/>
                    <a:pt x="23107" y="516977"/>
                    <a:pt x="18257" y="516977"/>
                  </a:cubicBezTo>
                  <a:close/>
                </a:path>
              </a:pathLst>
            </a:custGeom>
            <a:solidFill>
              <a:srgbClr val="8A9096"/>
            </a:solidFill>
            <a:ln w="6728" cap="flat">
              <a:noFill/>
              <a:prstDash val="solid"/>
              <a:miter/>
            </a:ln>
          </p:spPr>
          <p:txBody>
            <a:bodyPr rtlCol="0" anchor="ctr"/>
            <a:lstStyle/>
            <a:p>
              <a:endParaRPr lang="en-US"/>
            </a:p>
          </p:txBody>
        </p:sp>
        <p:sp>
          <p:nvSpPr>
            <p:cNvPr id="16" name="Graphic 2">
              <a:extLst>
                <a:ext uri="{FF2B5EF4-FFF2-40B4-BE49-F238E27FC236}">
                  <a16:creationId xmlns:a16="http://schemas.microsoft.com/office/drawing/2014/main" id="{6BFAA6ED-F1A4-49E9-9012-B56FDE93768E}"/>
                </a:ext>
              </a:extLst>
            </p:cNvPr>
            <p:cNvSpPr/>
            <p:nvPr/>
          </p:nvSpPr>
          <p:spPr>
            <a:xfrm>
              <a:off x="3938156" y="6424233"/>
              <a:ext cx="12928" cy="364399"/>
            </a:xfrm>
            <a:custGeom>
              <a:avLst/>
              <a:gdLst>
                <a:gd name="connsiteX0" fmla="*/ 14080 w 15359"/>
                <a:gd name="connsiteY0" fmla="*/ 432903 h 432902"/>
                <a:gd name="connsiteX1" fmla="*/ 1886 w 15359"/>
                <a:gd name="connsiteY1" fmla="*/ 432903 h 432902"/>
                <a:gd name="connsiteX2" fmla="*/ 0 w 15359"/>
                <a:gd name="connsiteY2" fmla="*/ 431016 h 432902"/>
                <a:gd name="connsiteX3" fmla="*/ 0 w 15359"/>
                <a:gd name="connsiteY3" fmla="*/ 1886 h 432902"/>
                <a:gd name="connsiteX4" fmla="*/ 1886 w 15359"/>
                <a:gd name="connsiteY4" fmla="*/ 0 h 432902"/>
                <a:gd name="connsiteX5" fmla="*/ 14080 w 15359"/>
                <a:gd name="connsiteY5" fmla="*/ 0 h 432902"/>
                <a:gd name="connsiteX6" fmla="*/ 15360 w 15359"/>
                <a:gd name="connsiteY6" fmla="*/ 1280 h 432902"/>
                <a:gd name="connsiteX7" fmla="*/ 15360 w 15359"/>
                <a:gd name="connsiteY7" fmla="*/ 431690 h 432902"/>
                <a:gd name="connsiteX8" fmla="*/ 14080 w 15359"/>
                <a:gd name="connsiteY8" fmla="*/ 432903 h 43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59" h="432902">
                  <a:moveTo>
                    <a:pt x="14080" y="432903"/>
                  </a:moveTo>
                  <a:lnTo>
                    <a:pt x="1886" y="432903"/>
                  </a:lnTo>
                  <a:cubicBezTo>
                    <a:pt x="808" y="432903"/>
                    <a:pt x="0" y="432027"/>
                    <a:pt x="0" y="431016"/>
                  </a:cubicBezTo>
                  <a:lnTo>
                    <a:pt x="0" y="1886"/>
                  </a:lnTo>
                  <a:cubicBezTo>
                    <a:pt x="0" y="808"/>
                    <a:pt x="876" y="0"/>
                    <a:pt x="1886" y="0"/>
                  </a:cubicBezTo>
                  <a:lnTo>
                    <a:pt x="14080" y="0"/>
                  </a:lnTo>
                  <a:cubicBezTo>
                    <a:pt x="14753" y="0"/>
                    <a:pt x="15360" y="539"/>
                    <a:pt x="15360" y="1280"/>
                  </a:cubicBezTo>
                  <a:lnTo>
                    <a:pt x="15360" y="431690"/>
                  </a:lnTo>
                  <a:cubicBezTo>
                    <a:pt x="15360" y="432364"/>
                    <a:pt x="14821" y="432903"/>
                    <a:pt x="14080" y="432903"/>
                  </a:cubicBezTo>
                  <a:close/>
                </a:path>
              </a:pathLst>
            </a:custGeom>
            <a:solidFill>
              <a:srgbClr val="4A4C4D"/>
            </a:solidFill>
            <a:ln w="6728" cap="flat">
              <a:noFill/>
              <a:prstDash val="solid"/>
              <a:miter/>
            </a:ln>
          </p:spPr>
          <p:txBody>
            <a:bodyPr rtlCol="0" anchor="ctr"/>
            <a:lstStyle/>
            <a:p>
              <a:endParaRPr lang="en-US"/>
            </a:p>
          </p:txBody>
        </p:sp>
        <p:sp>
          <p:nvSpPr>
            <p:cNvPr id="17" name="Oval 32">
              <a:extLst>
                <a:ext uri="{FF2B5EF4-FFF2-40B4-BE49-F238E27FC236}">
                  <a16:creationId xmlns:a16="http://schemas.microsoft.com/office/drawing/2014/main" id="{E9F64D36-24F5-4419-994A-1690ADF48287}"/>
                </a:ext>
              </a:extLst>
            </p:cNvPr>
            <p:cNvSpPr>
              <a:spLocks noChangeAspect="1"/>
            </p:cNvSpPr>
            <p:nvPr/>
          </p:nvSpPr>
          <p:spPr>
            <a:xfrm>
              <a:off x="2978879" y="3808481"/>
              <a:ext cx="134198" cy="13419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33">
              <a:extLst>
                <a:ext uri="{FF2B5EF4-FFF2-40B4-BE49-F238E27FC236}">
                  <a16:creationId xmlns:a16="http://schemas.microsoft.com/office/drawing/2014/main" id="{A45C3D91-9FBD-4568-865E-9ACDEC8236DA}"/>
                </a:ext>
              </a:extLst>
            </p:cNvPr>
            <p:cNvSpPr>
              <a:spLocks noChangeAspect="1"/>
            </p:cNvSpPr>
            <p:nvPr/>
          </p:nvSpPr>
          <p:spPr>
            <a:xfrm>
              <a:off x="2987267" y="3816868"/>
              <a:ext cx="117423" cy="117423"/>
            </a:xfrm>
            <a:prstGeom prst="ellipse">
              <a:avLst/>
            </a:prstGeom>
            <a:solidFill>
              <a:srgbClr val="070808"/>
            </a:solidFill>
            <a:ln w="672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19" name="Oval 34">
              <a:extLst>
                <a:ext uri="{FF2B5EF4-FFF2-40B4-BE49-F238E27FC236}">
                  <a16:creationId xmlns:a16="http://schemas.microsoft.com/office/drawing/2014/main" id="{7BF8D94C-8FB1-4928-A96F-404CFE1E0694}"/>
                </a:ext>
              </a:extLst>
            </p:cNvPr>
            <p:cNvSpPr/>
            <p:nvPr/>
          </p:nvSpPr>
          <p:spPr>
            <a:xfrm>
              <a:off x="3016958" y="3846560"/>
              <a:ext cx="58040" cy="58040"/>
            </a:xfrm>
            <a:prstGeom prst="ellipse">
              <a:avLst/>
            </a:prstGeom>
            <a:solidFill>
              <a:schemeClr val="tx1">
                <a:lumMod val="85000"/>
                <a:lumOff val="15000"/>
              </a:schemeClr>
            </a:solidFill>
            <a:ln w="672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20" name="Oval 35">
              <a:extLst>
                <a:ext uri="{FF2B5EF4-FFF2-40B4-BE49-F238E27FC236}">
                  <a16:creationId xmlns:a16="http://schemas.microsoft.com/office/drawing/2014/main" id="{559B0B8A-3610-44DE-9002-193CFBFDBFFB}"/>
                </a:ext>
              </a:extLst>
            </p:cNvPr>
            <p:cNvSpPr/>
            <p:nvPr/>
          </p:nvSpPr>
          <p:spPr>
            <a:xfrm>
              <a:off x="3030585" y="3860187"/>
              <a:ext cx="30788" cy="30788"/>
            </a:xfrm>
            <a:prstGeom prst="ellipse">
              <a:avLst/>
            </a:prstGeom>
            <a:solidFill>
              <a:srgbClr val="081422"/>
            </a:solidFill>
            <a:ln w="672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21" name="Graphic 2">
              <a:extLst>
                <a:ext uri="{FF2B5EF4-FFF2-40B4-BE49-F238E27FC236}">
                  <a16:creationId xmlns:a16="http://schemas.microsoft.com/office/drawing/2014/main" id="{D8D01082-2C6E-43A7-A82A-B29AF7C2C329}"/>
                </a:ext>
              </a:extLst>
            </p:cNvPr>
            <p:cNvSpPr/>
            <p:nvPr userDrawn="1"/>
          </p:nvSpPr>
          <p:spPr>
            <a:xfrm flipH="1">
              <a:off x="1060804" y="4534334"/>
              <a:ext cx="10717" cy="149811"/>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p>
              <a:endParaRPr lang="en-US"/>
            </a:p>
          </p:txBody>
        </p:sp>
      </p:grpSp>
      <p:grpSp>
        <p:nvGrpSpPr>
          <p:cNvPr id="22" name="Group 60">
            <a:extLst>
              <a:ext uri="{FF2B5EF4-FFF2-40B4-BE49-F238E27FC236}">
                <a16:creationId xmlns:a16="http://schemas.microsoft.com/office/drawing/2014/main" id="{3CB92BF0-1182-4A3F-B65E-7DDE5C646618}"/>
              </a:ext>
            </a:extLst>
          </p:cNvPr>
          <p:cNvGrpSpPr/>
          <p:nvPr userDrawn="1"/>
        </p:nvGrpSpPr>
        <p:grpSpPr>
          <a:xfrm>
            <a:off x="8332411" y="0"/>
            <a:ext cx="2885112" cy="2622090"/>
            <a:chOff x="833153" y="6858000"/>
            <a:chExt cx="2885112" cy="2622090"/>
          </a:xfrm>
        </p:grpSpPr>
        <p:sp>
          <p:nvSpPr>
            <p:cNvPr id="23" name="Freeform: Shape 57">
              <a:extLst>
                <a:ext uri="{FF2B5EF4-FFF2-40B4-BE49-F238E27FC236}">
                  <a16:creationId xmlns:a16="http://schemas.microsoft.com/office/drawing/2014/main" id="{F1F7CCD7-6766-4478-B7D5-6483CFE1BBB1}"/>
                </a:ext>
              </a:extLst>
            </p:cNvPr>
            <p:cNvSpPr/>
            <p:nvPr/>
          </p:nvSpPr>
          <p:spPr>
            <a:xfrm>
              <a:off x="833153" y="6858000"/>
              <a:ext cx="2885112" cy="2622090"/>
            </a:xfrm>
            <a:custGeom>
              <a:avLst/>
              <a:gdLst>
                <a:gd name="connsiteX0" fmla="*/ 0 w 2885112"/>
                <a:gd name="connsiteY0" fmla="*/ 0 h 2622090"/>
                <a:gd name="connsiteX1" fmla="*/ 2885112 w 2885112"/>
                <a:gd name="connsiteY1" fmla="*/ 0 h 2622090"/>
                <a:gd name="connsiteX2" fmla="*/ 2885112 w 2885112"/>
                <a:gd name="connsiteY2" fmla="*/ 2245726 h 2622090"/>
                <a:gd name="connsiteX3" fmla="*/ 2504286 w 2885112"/>
                <a:gd name="connsiteY3" fmla="*/ 2622090 h 2622090"/>
                <a:gd name="connsiteX4" fmla="*/ 380827 w 2885112"/>
                <a:gd name="connsiteY4" fmla="*/ 2622090 h 2622090"/>
                <a:gd name="connsiteX5" fmla="*/ 0 w 2885112"/>
                <a:gd name="connsiteY5" fmla="*/ 2245668 h 2622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85112" h="2622090">
                  <a:moveTo>
                    <a:pt x="0" y="0"/>
                  </a:moveTo>
                  <a:lnTo>
                    <a:pt x="2885112" y="0"/>
                  </a:lnTo>
                  <a:lnTo>
                    <a:pt x="2885112" y="2245726"/>
                  </a:lnTo>
                  <a:cubicBezTo>
                    <a:pt x="2885055" y="2453556"/>
                    <a:pt x="2714549" y="2622090"/>
                    <a:pt x="2504286" y="2622090"/>
                  </a:cubicBezTo>
                  <a:lnTo>
                    <a:pt x="380827" y="2622090"/>
                  </a:lnTo>
                  <a:cubicBezTo>
                    <a:pt x="170506" y="2622090"/>
                    <a:pt x="0" y="2453556"/>
                    <a:pt x="0" y="2245668"/>
                  </a:cubicBezTo>
                  <a:close/>
                </a:path>
              </a:pathLst>
            </a:custGeom>
            <a:solidFill>
              <a:srgbClr val="D0D4D8"/>
            </a:solidFill>
            <a:ln w="6728" cap="flat">
              <a:noFill/>
              <a:prstDash val="solid"/>
              <a:miter/>
            </a:ln>
          </p:spPr>
          <p:txBody>
            <a:bodyPr wrap="square" rtlCol="0" anchor="ctr">
              <a:noAutofit/>
            </a:bodyPr>
            <a:lstStyle/>
            <a:p>
              <a:endParaRPr lang="en-US"/>
            </a:p>
          </p:txBody>
        </p:sp>
        <p:sp>
          <p:nvSpPr>
            <p:cNvPr id="24" name="Freeform: Shape 58">
              <a:extLst>
                <a:ext uri="{FF2B5EF4-FFF2-40B4-BE49-F238E27FC236}">
                  <a16:creationId xmlns:a16="http://schemas.microsoft.com/office/drawing/2014/main" id="{93907175-EA85-49EF-9579-0F7B0E576DBF}"/>
                </a:ext>
              </a:extLst>
            </p:cNvPr>
            <p:cNvSpPr/>
            <p:nvPr/>
          </p:nvSpPr>
          <p:spPr>
            <a:xfrm>
              <a:off x="871808" y="6858000"/>
              <a:ext cx="2807801" cy="2591752"/>
            </a:xfrm>
            <a:custGeom>
              <a:avLst/>
              <a:gdLst>
                <a:gd name="connsiteX0" fmla="*/ 0 w 2807801"/>
                <a:gd name="connsiteY0" fmla="*/ 0 h 2591752"/>
                <a:gd name="connsiteX1" fmla="*/ 2807801 w 2807801"/>
                <a:gd name="connsiteY1" fmla="*/ 0 h 2591752"/>
                <a:gd name="connsiteX2" fmla="*/ 2807801 w 2807801"/>
                <a:gd name="connsiteY2" fmla="*/ 2215388 h 2591752"/>
                <a:gd name="connsiteX3" fmla="*/ 2428061 w 2807801"/>
                <a:gd name="connsiteY3" fmla="*/ 2591752 h 2591752"/>
                <a:gd name="connsiteX4" fmla="*/ 379798 w 2807801"/>
                <a:gd name="connsiteY4" fmla="*/ 2591752 h 2591752"/>
                <a:gd name="connsiteX5" fmla="*/ 0 w 2807801"/>
                <a:gd name="connsiteY5" fmla="*/ 2215332 h 2591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07801" h="2591752">
                  <a:moveTo>
                    <a:pt x="0" y="0"/>
                  </a:moveTo>
                  <a:lnTo>
                    <a:pt x="2807801" y="0"/>
                  </a:lnTo>
                  <a:lnTo>
                    <a:pt x="2807801" y="2215388"/>
                  </a:lnTo>
                  <a:cubicBezTo>
                    <a:pt x="2807801" y="2423218"/>
                    <a:pt x="2637756" y="2591752"/>
                    <a:pt x="2428061" y="2591752"/>
                  </a:cubicBezTo>
                  <a:lnTo>
                    <a:pt x="379798" y="2591752"/>
                  </a:lnTo>
                  <a:cubicBezTo>
                    <a:pt x="170045" y="2591752"/>
                    <a:pt x="0" y="2423218"/>
                    <a:pt x="0" y="2215332"/>
                  </a:cubicBezTo>
                  <a:close/>
                </a:path>
              </a:pathLst>
            </a:custGeom>
            <a:solidFill>
              <a:srgbClr val="070808"/>
            </a:solidFill>
            <a:ln w="6728" cap="flat">
              <a:noFill/>
              <a:prstDash val="solid"/>
              <a:miter/>
            </a:ln>
          </p:spPr>
          <p:txBody>
            <a:bodyPr wrap="square" rtlCol="0" anchor="ctr">
              <a:noAutofit/>
            </a:bodyPr>
            <a:lstStyle/>
            <a:p>
              <a:endParaRPr lang="en-US"/>
            </a:p>
          </p:txBody>
        </p:sp>
      </p:grpSp>
      <p:sp>
        <p:nvSpPr>
          <p:cNvPr id="25" name="Freeform: Shape 66">
            <a:extLst>
              <a:ext uri="{FF2B5EF4-FFF2-40B4-BE49-F238E27FC236}">
                <a16:creationId xmlns:a16="http://schemas.microsoft.com/office/drawing/2014/main" id="{62A3DC99-B5AB-4925-B3A0-7440E18AC356}"/>
              </a:ext>
            </a:extLst>
          </p:cNvPr>
          <p:cNvSpPr>
            <a:spLocks noGrp="1"/>
          </p:cNvSpPr>
          <p:nvPr>
            <p:ph type="pic" sz="quarter" idx="15" hasCustomPrompt="1"/>
          </p:nvPr>
        </p:nvSpPr>
        <p:spPr>
          <a:xfrm>
            <a:off x="8438563" y="1"/>
            <a:ext cx="2672808" cy="2493421"/>
          </a:xfrm>
          <a:custGeom>
            <a:avLst/>
            <a:gdLst>
              <a:gd name="connsiteX0" fmla="*/ 0 w 2672808"/>
              <a:gd name="connsiteY0" fmla="*/ 0 h 2493421"/>
              <a:gd name="connsiteX1" fmla="*/ 2672808 w 2672808"/>
              <a:gd name="connsiteY1" fmla="*/ 0 h 2493421"/>
              <a:gd name="connsiteX2" fmla="*/ 2672808 w 2672808"/>
              <a:gd name="connsiteY2" fmla="*/ 2221227 h 2493421"/>
              <a:gd name="connsiteX3" fmla="*/ 2385313 w 2672808"/>
              <a:gd name="connsiteY3" fmla="*/ 2493421 h 2493421"/>
              <a:gd name="connsiteX4" fmla="*/ 287495 w 2672808"/>
              <a:gd name="connsiteY4" fmla="*/ 2493421 h 2493421"/>
              <a:gd name="connsiteX5" fmla="*/ 0 w 2672808"/>
              <a:gd name="connsiteY5" fmla="*/ 2221227 h 2493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72808" h="2493421">
                <a:moveTo>
                  <a:pt x="0" y="0"/>
                </a:moveTo>
                <a:lnTo>
                  <a:pt x="2672808" y="0"/>
                </a:lnTo>
                <a:lnTo>
                  <a:pt x="2672808" y="2221227"/>
                </a:lnTo>
                <a:cubicBezTo>
                  <a:pt x="2672808" y="2371557"/>
                  <a:pt x="2544095" y="2493421"/>
                  <a:pt x="2385313" y="2493421"/>
                </a:cubicBezTo>
                <a:lnTo>
                  <a:pt x="287495" y="2493421"/>
                </a:lnTo>
                <a:cubicBezTo>
                  <a:pt x="128714" y="2493421"/>
                  <a:pt x="0" y="2371557"/>
                  <a:pt x="0" y="2221227"/>
                </a:cubicBezTo>
                <a:close/>
              </a:path>
            </a:pathLst>
          </a:custGeom>
          <a:solidFill>
            <a:schemeClr val="bg1">
              <a:lumMod val="95000"/>
            </a:schemeClr>
          </a:solidFill>
          <a:ln w="25400">
            <a:noFill/>
          </a:ln>
        </p:spPr>
        <p:txBody>
          <a:bodyPr wrap="square" anchor="ctr">
            <a:noAutofit/>
          </a:bodyPr>
          <a:lstStyle>
            <a:lvl1pPr marL="0" indent="0" algn="ctr">
              <a:lnSpc>
                <a:spcPct val="100000"/>
              </a:lnSpc>
              <a:buNone/>
              <a:defRPr sz="1200">
                <a:solidFill>
                  <a:schemeClr val="tx1">
                    <a:lumMod val="75000"/>
                    <a:lumOff val="25000"/>
                  </a:schemeClr>
                </a:solidFill>
              </a:defRPr>
            </a:lvl1pPr>
          </a:lstStyle>
          <a:p>
            <a:r>
              <a:rPr lang="en-US" altLang="ko-KR" dirty="0"/>
              <a:t>Place Your Picture Here</a:t>
            </a:r>
            <a:endParaRPr lang="ko-KR" altLang="en-US" dirty="0"/>
          </a:p>
        </p:txBody>
      </p:sp>
      <p:sp>
        <p:nvSpPr>
          <p:cNvPr id="26" name="Freeform: Shape 67">
            <a:extLst>
              <a:ext uri="{FF2B5EF4-FFF2-40B4-BE49-F238E27FC236}">
                <a16:creationId xmlns:a16="http://schemas.microsoft.com/office/drawing/2014/main" id="{9B856AEE-ADC7-4DEB-9041-B378F5649335}"/>
              </a:ext>
            </a:extLst>
          </p:cNvPr>
          <p:cNvSpPr>
            <a:spLocks noGrp="1"/>
          </p:cNvSpPr>
          <p:nvPr>
            <p:ph type="pic" sz="quarter" idx="14" hasCustomPrompt="1"/>
          </p:nvPr>
        </p:nvSpPr>
        <p:spPr>
          <a:xfrm>
            <a:off x="1168921" y="3818265"/>
            <a:ext cx="2672808" cy="3039735"/>
          </a:xfrm>
          <a:custGeom>
            <a:avLst/>
            <a:gdLst>
              <a:gd name="connsiteX0" fmla="*/ 287495 w 2672808"/>
              <a:gd name="connsiteY0" fmla="*/ 0 h 3039735"/>
              <a:gd name="connsiteX1" fmla="*/ 542049 w 2672808"/>
              <a:gd name="connsiteY1" fmla="*/ 0 h 3039735"/>
              <a:gd name="connsiteX2" fmla="*/ 566725 w 2672808"/>
              <a:gd name="connsiteY2" fmla="*/ 23363 h 3039735"/>
              <a:gd name="connsiteX3" fmla="*/ 757670 w 2672808"/>
              <a:gd name="connsiteY3" fmla="*/ 204146 h 3039735"/>
              <a:gd name="connsiteX4" fmla="*/ 1903160 w 2672808"/>
              <a:gd name="connsiteY4" fmla="*/ 204146 h 3039735"/>
              <a:gd name="connsiteX5" fmla="*/ 2094105 w 2672808"/>
              <a:gd name="connsiteY5" fmla="*/ 23363 h 3039735"/>
              <a:gd name="connsiteX6" fmla="*/ 2118781 w 2672808"/>
              <a:gd name="connsiteY6" fmla="*/ 0 h 3039735"/>
              <a:gd name="connsiteX7" fmla="*/ 2385313 w 2672808"/>
              <a:gd name="connsiteY7" fmla="*/ 0 h 3039735"/>
              <a:gd name="connsiteX8" fmla="*/ 2672808 w 2672808"/>
              <a:gd name="connsiteY8" fmla="*/ 272193 h 3039735"/>
              <a:gd name="connsiteX9" fmla="*/ 2672808 w 2672808"/>
              <a:gd name="connsiteY9" fmla="*/ 3039735 h 3039735"/>
              <a:gd name="connsiteX10" fmla="*/ 0 w 2672808"/>
              <a:gd name="connsiteY10" fmla="*/ 3039735 h 3039735"/>
              <a:gd name="connsiteX11" fmla="*/ 0 w 2672808"/>
              <a:gd name="connsiteY11" fmla="*/ 272193 h 3039735"/>
              <a:gd name="connsiteX12" fmla="*/ 287495 w 2672808"/>
              <a:gd name="connsiteY12" fmla="*/ 0 h 3039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72808" h="3039735">
                <a:moveTo>
                  <a:pt x="287495" y="0"/>
                </a:moveTo>
                <a:lnTo>
                  <a:pt x="542049" y="0"/>
                </a:lnTo>
                <a:cubicBezTo>
                  <a:pt x="555645" y="0"/>
                  <a:pt x="566725" y="10435"/>
                  <a:pt x="566725" y="23363"/>
                </a:cubicBezTo>
                <a:cubicBezTo>
                  <a:pt x="566725" y="123224"/>
                  <a:pt x="652255" y="204146"/>
                  <a:pt x="757670" y="204146"/>
                </a:cubicBezTo>
                <a:lnTo>
                  <a:pt x="1903160" y="204146"/>
                </a:lnTo>
                <a:cubicBezTo>
                  <a:pt x="2008635" y="204146"/>
                  <a:pt x="2094105" y="123168"/>
                  <a:pt x="2094105" y="23363"/>
                </a:cubicBezTo>
                <a:cubicBezTo>
                  <a:pt x="2094105" y="10491"/>
                  <a:pt x="2105125" y="0"/>
                  <a:pt x="2118781" y="0"/>
                </a:cubicBezTo>
                <a:lnTo>
                  <a:pt x="2385313" y="0"/>
                </a:lnTo>
                <a:cubicBezTo>
                  <a:pt x="2544095" y="0"/>
                  <a:pt x="2672808" y="121864"/>
                  <a:pt x="2672808" y="272193"/>
                </a:cubicBezTo>
                <a:lnTo>
                  <a:pt x="2672808" y="3039735"/>
                </a:lnTo>
                <a:lnTo>
                  <a:pt x="0" y="3039735"/>
                </a:lnTo>
                <a:lnTo>
                  <a:pt x="0" y="272193"/>
                </a:lnTo>
                <a:cubicBezTo>
                  <a:pt x="0" y="121864"/>
                  <a:pt x="128714" y="0"/>
                  <a:pt x="287495" y="0"/>
                </a:cubicBezTo>
                <a:close/>
              </a:path>
            </a:pathLst>
          </a:custGeom>
          <a:solidFill>
            <a:schemeClr val="bg1">
              <a:lumMod val="95000"/>
            </a:schemeClr>
          </a:solidFill>
          <a:ln w="25400">
            <a:noFill/>
          </a:ln>
        </p:spPr>
        <p:txBody>
          <a:bodyPr wrap="square" anchor="ctr">
            <a:noAutofit/>
          </a:bodyPr>
          <a:lstStyle>
            <a:lvl1pPr marL="0" indent="0" algn="ctr">
              <a:lnSpc>
                <a:spcPct val="100000"/>
              </a:lnSpc>
              <a:buNone/>
              <a:defRPr sz="12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24452834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86846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1_Contents slide layout">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9A5893F2-A884-4E0F-A9DE-65AB9DBEC9F9}"/>
              </a:ext>
            </a:extLst>
          </p:cNvPr>
          <p:cNvSpPr>
            <a:spLocks noGrp="1"/>
          </p:cNvSpPr>
          <p:nvPr>
            <p:ph type="pic" idx="18" hasCustomPrompt="1"/>
          </p:nvPr>
        </p:nvSpPr>
        <p:spPr>
          <a:xfrm>
            <a:off x="3439889" y="1"/>
            <a:ext cx="2520000" cy="4725143"/>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3" name="Picture Placeholder 2">
            <a:extLst>
              <a:ext uri="{FF2B5EF4-FFF2-40B4-BE49-F238E27FC236}">
                <a16:creationId xmlns:a16="http://schemas.microsoft.com/office/drawing/2014/main" id="{D3E3E594-245D-49BF-A849-93434AD94294}"/>
              </a:ext>
            </a:extLst>
          </p:cNvPr>
          <p:cNvSpPr>
            <a:spLocks noGrp="1"/>
          </p:cNvSpPr>
          <p:nvPr>
            <p:ph type="pic" idx="19" hasCustomPrompt="1"/>
          </p:nvPr>
        </p:nvSpPr>
        <p:spPr>
          <a:xfrm>
            <a:off x="6235774" y="692696"/>
            <a:ext cx="2520000" cy="6165304"/>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9188379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574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Contents slide layout">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87E22463-5978-48DC-BCAC-3E2F51E45250}"/>
              </a:ext>
            </a:extLst>
          </p:cNvPr>
          <p:cNvSpPr/>
          <p:nvPr userDrawn="1"/>
        </p:nvSpPr>
        <p:spPr>
          <a:xfrm>
            <a:off x="0" y="863125"/>
            <a:ext cx="6546079" cy="51317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그림 개체 틀 2">
            <a:extLst>
              <a:ext uri="{FF2B5EF4-FFF2-40B4-BE49-F238E27FC236}">
                <a16:creationId xmlns:a16="http://schemas.microsoft.com/office/drawing/2014/main" id="{7FC461A0-970C-4DEF-9409-12FF5610A666}"/>
              </a:ext>
            </a:extLst>
          </p:cNvPr>
          <p:cNvSpPr>
            <a:spLocks noGrp="1"/>
          </p:cNvSpPr>
          <p:nvPr>
            <p:ph type="pic" sz="quarter" idx="65" hasCustomPrompt="1"/>
          </p:nvPr>
        </p:nvSpPr>
        <p:spPr>
          <a:xfrm>
            <a:off x="6096000" y="2959216"/>
            <a:ext cx="6096000" cy="2700000"/>
          </a:xfrm>
          <a:prstGeom prst="rect">
            <a:avLst/>
          </a:pr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37509740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3662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5_Contents slide layout">
    <p:spTree>
      <p:nvGrpSpPr>
        <p:cNvPr id="1" name=""/>
        <p:cNvGrpSpPr/>
        <p:nvPr/>
      </p:nvGrpSpPr>
      <p:grpSpPr>
        <a:xfrm>
          <a:off x="0" y="0"/>
          <a:ext cx="0" cy="0"/>
          <a:chOff x="0" y="0"/>
          <a:chExt cx="0" cy="0"/>
        </a:xfrm>
      </p:grpSpPr>
      <p:sp>
        <p:nvSpPr>
          <p:cNvPr id="2" name="Picture Placeholder 7">
            <a:extLst>
              <a:ext uri="{FF2B5EF4-FFF2-40B4-BE49-F238E27FC236}">
                <a16:creationId xmlns:a16="http://schemas.microsoft.com/office/drawing/2014/main" id="{3727ADF3-242D-4FD7-A02C-43B21E3CAC42}"/>
              </a:ext>
            </a:extLst>
          </p:cNvPr>
          <p:cNvSpPr>
            <a:spLocks noGrp="1"/>
          </p:cNvSpPr>
          <p:nvPr>
            <p:ph type="pic" sz="quarter" idx="10" hasCustomPrompt="1"/>
          </p:nvPr>
        </p:nvSpPr>
        <p:spPr>
          <a:xfrm>
            <a:off x="5658418" y="2"/>
            <a:ext cx="6533583" cy="6857999"/>
          </a:xfrm>
          <a:custGeom>
            <a:avLst/>
            <a:gdLst>
              <a:gd name="connsiteX0" fmla="*/ 2592666 w 6533583"/>
              <a:gd name="connsiteY0" fmla="*/ 0 h 6857999"/>
              <a:gd name="connsiteX1" fmla="*/ 6533583 w 6533583"/>
              <a:gd name="connsiteY1" fmla="*/ 0 h 6857999"/>
              <a:gd name="connsiteX2" fmla="*/ 6533583 w 6533583"/>
              <a:gd name="connsiteY2" fmla="*/ 1085634 h 6857999"/>
              <a:gd name="connsiteX3" fmla="*/ 4351340 w 6533583"/>
              <a:gd name="connsiteY3" fmla="*/ 6857999 h 6857999"/>
              <a:gd name="connsiteX4" fmla="*/ 0 w 6533583"/>
              <a:gd name="connsiteY4" fmla="*/ 6857999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3583" h="6857999">
                <a:moveTo>
                  <a:pt x="2592666" y="0"/>
                </a:moveTo>
                <a:lnTo>
                  <a:pt x="6533583" y="0"/>
                </a:lnTo>
                <a:lnTo>
                  <a:pt x="6533583" y="1085634"/>
                </a:lnTo>
                <a:lnTo>
                  <a:pt x="4351340" y="6857999"/>
                </a:lnTo>
                <a:lnTo>
                  <a:pt x="0" y="6857999"/>
                </a:lnTo>
                <a:close/>
              </a:path>
            </a:pathLst>
          </a:custGeom>
          <a:solidFill>
            <a:schemeClr val="bg1">
              <a:lumMod val="95000"/>
            </a:schemeClr>
          </a:solidFill>
          <a:effectLst/>
        </p:spPr>
        <p:txBody>
          <a:bodyPr wrap="square" anchor="ctr">
            <a:noAutofit/>
          </a:bodyPr>
          <a:lstStyle>
            <a:lvl1pPr marL="0" marR="0" indent="0" algn="ctr" defTabSz="914400" rtl="0" eaLnBrk="1" fontAlgn="auto" latinLnBrk="1" hangingPunct="1">
              <a:lnSpc>
                <a:spcPct val="90000"/>
              </a:lnSpc>
              <a:spcBef>
                <a:spcPts val="1000"/>
              </a:spcBef>
              <a:spcAft>
                <a:spcPts val="0"/>
              </a:spcAft>
              <a:buClrTx/>
              <a:buSzTx/>
              <a:buFontTx/>
              <a:buNone/>
              <a:tabLst/>
              <a:defRPr sz="1800"/>
            </a:lvl1pPr>
          </a:lstStyle>
          <a:p>
            <a:r>
              <a:rPr lang="en-US" altLang="ko-KR" dirty="0"/>
              <a:t>Your Picture Here And Send To Back</a:t>
            </a:r>
            <a:endParaRPr lang="ko-KR" altLang="en-US" dirty="0"/>
          </a:p>
        </p:txBody>
      </p:sp>
    </p:spTree>
    <p:extLst>
      <p:ext uri="{BB962C8B-B14F-4D97-AF65-F5344CB8AC3E}">
        <p14:creationId xmlns:p14="http://schemas.microsoft.com/office/powerpoint/2010/main" val="39649280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7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96040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8309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2482"/>
            <a:ext cx="11573197" cy="724247"/>
          </a:xfrm>
          <a:prstGeom prst="rect">
            <a:avLst/>
          </a:prstGeom>
        </p:spPr>
        <p:txBody>
          <a:bodyPr anchor="ctr"/>
          <a:lstStyle>
            <a:lvl1pPr marL="0" indent="0" algn="ctr">
              <a:buNone/>
              <a:defRPr sz="5400" b="0" baseline="0">
                <a:solidFill>
                  <a:schemeClr val="tx1">
                    <a:lumMod val="75000"/>
                    <a:lumOff val="2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24463927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75000"/>
                    <a:lumOff val="2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354010" y="1131591"/>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3136765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47202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theme" Target="../theme/theme2.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slideLayout" Target="../slideLayouts/slideLayout21.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5990320"/>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311501"/>
      </p:ext>
    </p:extLst>
  </p:cSld>
  <p:clrMap bg1="lt1" tx1="dk1" bg2="lt2" tx2="dk2" accent1="accent1" accent2="accent2" accent3="accent3" accent4="accent4" accent5="accent5" accent6="accent6" hlink="hlink" folHlink="folHlink"/>
  <p:sldLayoutIdLst>
    <p:sldLayoutId id="2147483652" r:id="rId1"/>
    <p:sldLayoutId id="2147483690"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9" r:id="rId15"/>
    <p:sldLayoutId id="2147483688" r:id="rId16"/>
    <p:sldLayoutId id="2147483687" r:id="rId17"/>
    <p:sldLayoutId id="2147483671" r:id="rId18"/>
    <p:sldLayoutId id="2147483672" r:id="rId1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408049"/>
      </p:ext>
    </p:extLst>
  </p:cSld>
  <p:clrMap bg1="lt1" tx1="dk1" bg2="lt2" tx2="dk2" accent1="accent1" accent2="accent2" accent3="accent3" accent4="accent4" accent5="accent5" accent6="accent6" hlink="hlink" folHlink="folHlink"/>
  <p:sldLayoutIdLst>
    <p:sldLayoutId id="2147483674"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hyperlink" Target="https://nazibur74.github.io/Web-Project-Frontend-/" TargetMode="Externa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oup of people standing around a computer&#10;&#10;AI-generated content may be incorrect.">
            <a:extLst>
              <a:ext uri="{FF2B5EF4-FFF2-40B4-BE49-F238E27FC236}">
                <a16:creationId xmlns:a16="http://schemas.microsoft.com/office/drawing/2014/main" id="{7C87AB6E-8DD1-9B37-0086-2D07A1D56799}"/>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l="8301"/>
          <a:stretch>
            <a:fillRect/>
          </a:stretch>
        </p:blipFill>
        <p:spPr>
          <a:xfrm>
            <a:off x="0" y="952305"/>
            <a:ext cx="8761444" cy="5374433"/>
          </a:xfrm>
          <a:prstGeom prst="rect">
            <a:avLst/>
          </a:prstGeom>
        </p:spPr>
      </p:pic>
      <p:sp>
        <p:nvSpPr>
          <p:cNvPr id="5" name="TextBox 4">
            <a:extLst>
              <a:ext uri="{FF2B5EF4-FFF2-40B4-BE49-F238E27FC236}">
                <a16:creationId xmlns:a16="http://schemas.microsoft.com/office/drawing/2014/main" id="{55A02DA5-A1F3-D49F-C145-3AF49E45BE88}"/>
              </a:ext>
            </a:extLst>
          </p:cNvPr>
          <p:cNvSpPr txBox="1"/>
          <p:nvPr/>
        </p:nvSpPr>
        <p:spPr>
          <a:xfrm>
            <a:off x="4745000" y="2220977"/>
            <a:ext cx="6660798" cy="2416046"/>
          </a:xfrm>
          <a:prstGeom prst="rect">
            <a:avLst/>
          </a:prstGeom>
          <a:noFill/>
          <a:effectLst/>
        </p:spPr>
        <p:txBody>
          <a:bodyPr wrap="none" rtlCol="0">
            <a:spAutoFit/>
          </a:bodyPr>
          <a:lstStyle/>
          <a:p>
            <a:pPr algn="r"/>
            <a:r>
              <a:rPr lang="en-US" sz="11500" dirty="0" err="1">
                <a:solidFill>
                  <a:srgbClr val="002060"/>
                </a:solidFill>
                <a:latin typeface="Times New Roman" panose="02020603050405020304" pitchFamily="18" charset="0"/>
                <a:cs typeface="Times New Roman" panose="02020603050405020304" pitchFamily="18" charset="0"/>
              </a:rPr>
              <a:t>Zstore</a:t>
            </a:r>
            <a:endParaRPr lang="en-US" sz="11500" dirty="0">
              <a:solidFill>
                <a:srgbClr val="002060"/>
              </a:solidFill>
              <a:latin typeface="Times New Roman" panose="02020603050405020304" pitchFamily="18" charset="0"/>
              <a:cs typeface="Times New Roman" panose="02020603050405020304" pitchFamily="18" charset="0"/>
            </a:endParaRPr>
          </a:p>
          <a:p>
            <a:pPr algn="r"/>
            <a:r>
              <a:rPr lang="en-US" sz="3600" i="1" dirty="0">
                <a:solidFill>
                  <a:srgbClr val="002060"/>
                </a:solidFill>
                <a:latin typeface="Times New Roman" panose="02020603050405020304" pitchFamily="18" charset="0"/>
                <a:cs typeface="Times New Roman" panose="02020603050405020304" pitchFamily="18" charset="0"/>
              </a:rPr>
              <a:t>An Inventory Management System</a:t>
            </a:r>
          </a:p>
        </p:txBody>
      </p:sp>
    </p:spTree>
    <p:extLst>
      <p:ext uri="{BB962C8B-B14F-4D97-AF65-F5344CB8AC3E}">
        <p14:creationId xmlns:p14="http://schemas.microsoft.com/office/powerpoint/2010/main" val="2510755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ight Triangle 2">
            <a:extLst>
              <a:ext uri="{FF2B5EF4-FFF2-40B4-BE49-F238E27FC236}">
                <a16:creationId xmlns:a16="http://schemas.microsoft.com/office/drawing/2014/main" id="{FE7826FC-6FFF-1E14-67D7-E54B240325A1}"/>
              </a:ext>
            </a:extLst>
          </p:cNvPr>
          <p:cNvSpPr/>
          <p:nvPr/>
        </p:nvSpPr>
        <p:spPr>
          <a:xfrm rot="18879220" flipH="1">
            <a:off x="7164801" y="-267452"/>
            <a:ext cx="5879336" cy="4288420"/>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ight Triangle 3">
            <a:extLst>
              <a:ext uri="{FF2B5EF4-FFF2-40B4-BE49-F238E27FC236}">
                <a16:creationId xmlns:a16="http://schemas.microsoft.com/office/drawing/2014/main" id="{3A02A2A0-42BC-AA22-9BFA-BA4BB83FFDF3}"/>
              </a:ext>
            </a:extLst>
          </p:cNvPr>
          <p:cNvSpPr/>
          <p:nvPr/>
        </p:nvSpPr>
        <p:spPr>
          <a:xfrm rot="8167238" flipH="1">
            <a:off x="-1143856" y="2212411"/>
            <a:ext cx="6729509" cy="5002756"/>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E632DBDB-BFCD-D942-8DA2-8F165547894F}"/>
              </a:ext>
            </a:extLst>
          </p:cNvPr>
          <p:cNvSpPr txBox="1"/>
          <p:nvPr/>
        </p:nvSpPr>
        <p:spPr>
          <a:xfrm>
            <a:off x="4262998" y="232095"/>
            <a:ext cx="3666005" cy="830997"/>
          </a:xfrm>
          <a:prstGeom prst="rect">
            <a:avLst/>
          </a:prstGeom>
          <a:noFill/>
        </p:spPr>
        <p:txBody>
          <a:bodyPr wrap="none" rtlCol="0">
            <a:spAutoFit/>
          </a:bodyPr>
          <a:lstStyle/>
          <a:p>
            <a:pPr algn="ctr"/>
            <a:r>
              <a:rPr lang="en-US" sz="48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Team Flames</a:t>
            </a:r>
          </a:p>
        </p:txBody>
      </p:sp>
      <p:sp>
        <p:nvSpPr>
          <p:cNvPr id="5" name="Oval 4">
            <a:extLst>
              <a:ext uri="{FF2B5EF4-FFF2-40B4-BE49-F238E27FC236}">
                <a16:creationId xmlns:a16="http://schemas.microsoft.com/office/drawing/2014/main" id="{86654EA0-A535-F3C9-EA76-BDAA1A938C1E}"/>
              </a:ext>
            </a:extLst>
          </p:cNvPr>
          <p:cNvSpPr/>
          <p:nvPr/>
        </p:nvSpPr>
        <p:spPr>
          <a:xfrm>
            <a:off x="429208" y="1516224"/>
            <a:ext cx="2071396" cy="2071396"/>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63532885-1252-6DD4-A832-237191CB46DC}"/>
              </a:ext>
            </a:extLst>
          </p:cNvPr>
          <p:cNvSpPr/>
          <p:nvPr/>
        </p:nvSpPr>
        <p:spPr>
          <a:xfrm>
            <a:off x="2736978" y="3587620"/>
            <a:ext cx="2071396" cy="2071396"/>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9E777E8D-8CA0-7038-6AC9-00EE549D55CC}"/>
              </a:ext>
            </a:extLst>
          </p:cNvPr>
          <p:cNvSpPr/>
          <p:nvPr/>
        </p:nvSpPr>
        <p:spPr>
          <a:xfrm>
            <a:off x="5044748" y="1516224"/>
            <a:ext cx="2071396" cy="2071396"/>
          </a:xfrm>
          <a:prstGeom prst="ellipse">
            <a:avLst/>
          </a:prstGeom>
          <a:blipFill dpi="0" rotWithShape="1">
            <a:blip r:embed="rId4">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55823A17-BE09-0501-FC54-AA8A3DBEF666}"/>
              </a:ext>
            </a:extLst>
          </p:cNvPr>
          <p:cNvSpPr/>
          <p:nvPr/>
        </p:nvSpPr>
        <p:spPr>
          <a:xfrm>
            <a:off x="7352518" y="3587620"/>
            <a:ext cx="2071396" cy="2071396"/>
          </a:xfrm>
          <a:prstGeom prst="ellipse">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D1F12C5A-D00C-BA62-A7A1-88399CBFEB0E}"/>
              </a:ext>
            </a:extLst>
          </p:cNvPr>
          <p:cNvSpPr/>
          <p:nvPr/>
        </p:nvSpPr>
        <p:spPr>
          <a:xfrm>
            <a:off x="9660288" y="1516224"/>
            <a:ext cx="2071396" cy="2071396"/>
          </a:xfrm>
          <a:prstGeom prst="ellipse">
            <a:avLst/>
          </a:prstGeom>
          <a:blipFill dpi="0" rotWithShape="1">
            <a:blip r:embed="rId6">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CB8415EF-2BE1-345A-2146-CED6629530B2}"/>
              </a:ext>
            </a:extLst>
          </p:cNvPr>
          <p:cNvSpPr txBox="1"/>
          <p:nvPr/>
        </p:nvSpPr>
        <p:spPr>
          <a:xfrm>
            <a:off x="2757013" y="5659016"/>
            <a:ext cx="2031325" cy="646331"/>
          </a:xfrm>
          <a:prstGeom prst="rect">
            <a:avLst/>
          </a:prstGeom>
          <a:noFill/>
        </p:spPr>
        <p:txBody>
          <a:bodyPr wrap="none" rtlCol="0">
            <a:spAutoFit/>
          </a:bodyPr>
          <a:lstStyle/>
          <a:p>
            <a:pPr algn="ctr"/>
            <a:r>
              <a:rPr lang="en-US" i="1" dirty="0">
                <a:solidFill>
                  <a:schemeClr val="tx2"/>
                </a:solidFill>
                <a:latin typeface="Times New Roman" panose="02020603050405020304" pitchFamily="18" charset="0"/>
                <a:cs typeface="Times New Roman" panose="02020603050405020304" pitchFamily="18" charset="0"/>
              </a:rPr>
              <a:t>Abid Hasan </a:t>
            </a:r>
            <a:r>
              <a:rPr lang="en-US" i="1" dirty="0" err="1">
                <a:solidFill>
                  <a:schemeClr val="tx2"/>
                </a:solidFill>
                <a:latin typeface="Times New Roman" panose="02020603050405020304" pitchFamily="18" charset="0"/>
                <a:cs typeface="Times New Roman" panose="02020603050405020304" pitchFamily="18" charset="0"/>
              </a:rPr>
              <a:t>Likhon</a:t>
            </a:r>
            <a:endParaRPr lang="en-US" i="1" dirty="0">
              <a:solidFill>
                <a:schemeClr val="tx2"/>
              </a:solidFill>
              <a:latin typeface="Times New Roman" panose="02020603050405020304" pitchFamily="18" charset="0"/>
              <a:cs typeface="Times New Roman" panose="02020603050405020304" pitchFamily="18" charset="0"/>
            </a:endParaRPr>
          </a:p>
          <a:p>
            <a:pPr algn="ctr"/>
            <a:r>
              <a:rPr lang="en-US" dirty="0">
                <a:solidFill>
                  <a:schemeClr val="tx2"/>
                </a:solidFill>
                <a:latin typeface="Times New Roman" panose="02020603050405020304" pitchFamily="18" charset="0"/>
                <a:cs typeface="Times New Roman" panose="02020603050405020304" pitchFamily="18" charset="0"/>
              </a:rPr>
              <a:t>0242220005101413</a:t>
            </a:r>
          </a:p>
        </p:txBody>
      </p:sp>
      <p:sp>
        <p:nvSpPr>
          <p:cNvPr id="13" name="TextBox 12">
            <a:extLst>
              <a:ext uri="{FF2B5EF4-FFF2-40B4-BE49-F238E27FC236}">
                <a16:creationId xmlns:a16="http://schemas.microsoft.com/office/drawing/2014/main" id="{6AC2899F-A115-E50D-CB8E-7A8A13CD605D}"/>
              </a:ext>
            </a:extLst>
          </p:cNvPr>
          <p:cNvSpPr txBox="1"/>
          <p:nvPr/>
        </p:nvSpPr>
        <p:spPr>
          <a:xfrm>
            <a:off x="460316" y="3587620"/>
            <a:ext cx="2031325" cy="646331"/>
          </a:xfrm>
          <a:prstGeom prst="rect">
            <a:avLst/>
          </a:prstGeom>
          <a:noFill/>
        </p:spPr>
        <p:txBody>
          <a:bodyPr wrap="none" rtlCol="0">
            <a:spAutoFit/>
          </a:bodyPr>
          <a:lstStyle/>
          <a:p>
            <a:pPr algn="ctr"/>
            <a:r>
              <a:rPr lang="en-US" i="1" dirty="0">
                <a:solidFill>
                  <a:schemeClr val="tx2"/>
                </a:solidFill>
                <a:latin typeface="Times New Roman" panose="02020603050405020304" pitchFamily="18" charset="0"/>
                <a:cs typeface="Times New Roman" panose="02020603050405020304" pitchFamily="18" charset="0"/>
              </a:rPr>
              <a:t>Nazibur Rahman</a:t>
            </a:r>
          </a:p>
          <a:p>
            <a:pPr algn="ctr"/>
            <a:r>
              <a:rPr lang="en-US" dirty="0">
                <a:solidFill>
                  <a:schemeClr val="tx2"/>
                </a:solidFill>
                <a:latin typeface="Times New Roman" panose="02020603050405020304" pitchFamily="18" charset="0"/>
                <a:cs typeface="Times New Roman" panose="02020603050405020304" pitchFamily="18" charset="0"/>
              </a:rPr>
              <a:t>0242220005101410</a:t>
            </a:r>
          </a:p>
        </p:txBody>
      </p:sp>
      <p:sp>
        <p:nvSpPr>
          <p:cNvPr id="14" name="TextBox 13">
            <a:extLst>
              <a:ext uri="{FF2B5EF4-FFF2-40B4-BE49-F238E27FC236}">
                <a16:creationId xmlns:a16="http://schemas.microsoft.com/office/drawing/2014/main" id="{CE5AAC70-5F61-4AD8-F600-60861201D18A}"/>
              </a:ext>
            </a:extLst>
          </p:cNvPr>
          <p:cNvSpPr txBox="1"/>
          <p:nvPr/>
        </p:nvSpPr>
        <p:spPr>
          <a:xfrm>
            <a:off x="7308433" y="5659016"/>
            <a:ext cx="2159567" cy="646331"/>
          </a:xfrm>
          <a:prstGeom prst="rect">
            <a:avLst/>
          </a:prstGeom>
          <a:noFill/>
        </p:spPr>
        <p:txBody>
          <a:bodyPr wrap="none" rtlCol="0">
            <a:spAutoFit/>
          </a:bodyPr>
          <a:lstStyle/>
          <a:p>
            <a:pPr algn="ctr"/>
            <a:r>
              <a:rPr lang="en-US" i="1" dirty="0" err="1">
                <a:solidFill>
                  <a:schemeClr val="tx2"/>
                </a:solidFill>
                <a:latin typeface="Times New Roman" panose="02020603050405020304" pitchFamily="18" charset="0"/>
                <a:cs typeface="Times New Roman" panose="02020603050405020304" pitchFamily="18" charset="0"/>
              </a:rPr>
              <a:t>Shaidun</a:t>
            </a:r>
            <a:r>
              <a:rPr lang="en-US" i="1" dirty="0">
                <a:solidFill>
                  <a:schemeClr val="tx2"/>
                </a:solidFill>
                <a:latin typeface="Times New Roman" panose="02020603050405020304" pitchFamily="18" charset="0"/>
                <a:cs typeface="Times New Roman" panose="02020603050405020304" pitchFamily="18" charset="0"/>
              </a:rPr>
              <a:t> Nahar Shela</a:t>
            </a:r>
          </a:p>
          <a:p>
            <a:pPr algn="ctr"/>
            <a:r>
              <a:rPr lang="en-US" dirty="0">
                <a:solidFill>
                  <a:schemeClr val="tx2"/>
                </a:solidFill>
                <a:latin typeface="Times New Roman" panose="02020603050405020304" pitchFamily="18" charset="0"/>
                <a:cs typeface="Times New Roman" panose="02020603050405020304" pitchFamily="18" charset="0"/>
              </a:rPr>
              <a:t>0242220005101417</a:t>
            </a:r>
          </a:p>
        </p:txBody>
      </p:sp>
      <p:sp>
        <p:nvSpPr>
          <p:cNvPr id="19" name="TextBox 18">
            <a:extLst>
              <a:ext uri="{FF2B5EF4-FFF2-40B4-BE49-F238E27FC236}">
                <a16:creationId xmlns:a16="http://schemas.microsoft.com/office/drawing/2014/main" id="{32007598-BBE1-206C-AE0D-DDE18C0DC992}"/>
              </a:ext>
            </a:extLst>
          </p:cNvPr>
          <p:cNvSpPr txBox="1"/>
          <p:nvPr/>
        </p:nvSpPr>
        <p:spPr>
          <a:xfrm>
            <a:off x="5064784" y="3587620"/>
            <a:ext cx="2031325" cy="646331"/>
          </a:xfrm>
          <a:prstGeom prst="rect">
            <a:avLst/>
          </a:prstGeom>
          <a:noFill/>
        </p:spPr>
        <p:txBody>
          <a:bodyPr wrap="none" rtlCol="0">
            <a:spAutoFit/>
          </a:bodyPr>
          <a:lstStyle/>
          <a:p>
            <a:pPr algn="ctr"/>
            <a:r>
              <a:rPr lang="en-US" i="1" dirty="0">
                <a:solidFill>
                  <a:schemeClr val="tx2"/>
                </a:solidFill>
                <a:latin typeface="Times New Roman" panose="02020603050405020304" pitchFamily="18" charset="0"/>
                <a:cs typeface="Times New Roman" panose="02020603050405020304" pitchFamily="18" charset="0"/>
              </a:rPr>
              <a:t>Md Shah Alam</a:t>
            </a:r>
          </a:p>
          <a:p>
            <a:pPr algn="ctr"/>
            <a:r>
              <a:rPr lang="en-US" dirty="0">
                <a:solidFill>
                  <a:schemeClr val="tx2"/>
                </a:solidFill>
                <a:latin typeface="Times New Roman" panose="02020603050405020304" pitchFamily="18" charset="0"/>
                <a:cs typeface="Times New Roman" panose="02020603050405020304" pitchFamily="18" charset="0"/>
              </a:rPr>
              <a:t>0242220005101409</a:t>
            </a:r>
          </a:p>
        </p:txBody>
      </p:sp>
      <p:sp>
        <p:nvSpPr>
          <p:cNvPr id="20" name="TextBox 19">
            <a:extLst>
              <a:ext uri="{FF2B5EF4-FFF2-40B4-BE49-F238E27FC236}">
                <a16:creationId xmlns:a16="http://schemas.microsoft.com/office/drawing/2014/main" id="{7B397CB0-BDE0-F39C-A2A8-5EC3B4A6AF1F}"/>
              </a:ext>
            </a:extLst>
          </p:cNvPr>
          <p:cNvSpPr txBox="1"/>
          <p:nvPr/>
        </p:nvSpPr>
        <p:spPr>
          <a:xfrm>
            <a:off x="9680324" y="3587619"/>
            <a:ext cx="2031325" cy="646331"/>
          </a:xfrm>
          <a:prstGeom prst="rect">
            <a:avLst/>
          </a:prstGeom>
          <a:noFill/>
        </p:spPr>
        <p:txBody>
          <a:bodyPr wrap="none" rtlCol="0">
            <a:spAutoFit/>
          </a:bodyPr>
          <a:lstStyle/>
          <a:p>
            <a:pPr algn="ctr"/>
            <a:r>
              <a:rPr lang="en-US" i="1" dirty="0">
                <a:solidFill>
                  <a:schemeClr val="tx2"/>
                </a:solidFill>
                <a:latin typeface="Times New Roman" panose="02020603050405020304" pitchFamily="18" charset="0"/>
                <a:cs typeface="Times New Roman" panose="02020603050405020304" pitchFamily="18" charset="0"/>
              </a:rPr>
              <a:t>Partha Podder</a:t>
            </a:r>
          </a:p>
          <a:p>
            <a:pPr algn="ctr"/>
            <a:r>
              <a:rPr lang="en-US" dirty="0">
                <a:solidFill>
                  <a:schemeClr val="tx2"/>
                </a:solidFill>
                <a:latin typeface="Times New Roman" panose="02020603050405020304" pitchFamily="18" charset="0"/>
                <a:cs typeface="Times New Roman" panose="02020603050405020304" pitchFamily="18" charset="0"/>
              </a:rPr>
              <a:t>0242220005101407</a:t>
            </a:r>
          </a:p>
        </p:txBody>
      </p:sp>
    </p:spTree>
    <p:extLst>
      <p:ext uri="{BB962C8B-B14F-4D97-AF65-F5344CB8AC3E}">
        <p14:creationId xmlns:p14="http://schemas.microsoft.com/office/powerpoint/2010/main" val="141078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B3EB7-7640-BDEC-854B-EB665030260C}"/>
            </a:ext>
          </a:extLst>
        </p:cNvPr>
        <p:cNvGrpSpPr/>
        <p:nvPr/>
      </p:nvGrpSpPr>
      <p:grpSpPr>
        <a:xfrm>
          <a:off x="0" y="0"/>
          <a:ext cx="0" cy="0"/>
          <a:chOff x="0" y="0"/>
          <a:chExt cx="0" cy="0"/>
        </a:xfrm>
      </p:grpSpPr>
      <p:sp>
        <p:nvSpPr>
          <p:cNvPr id="4" name="Right Triangle 3">
            <a:extLst>
              <a:ext uri="{FF2B5EF4-FFF2-40B4-BE49-F238E27FC236}">
                <a16:creationId xmlns:a16="http://schemas.microsoft.com/office/drawing/2014/main" id="{1FDF0C13-F92D-B0D1-25A5-A2721BCFCC51}"/>
              </a:ext>
            </a:extLst>
          </p:cNvPr>
          <p:cNvSpPr/>
          <p:nvPr/>
        </p:nvSpPr>
        <p:spPr>
          <a:xfrm rot="8167238" flipH="1">
            <a:off x="-1143856" y="2212411"/>
            <a:ext cx="6729509" cy="5002756"/>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 Placeholder 1">
            <a:extLst>
              <a:ext uri="{FF2B5EF4-FFF2-40B4-BE49-F238E27FC236}">
                <a16:creationId xmlns:a16="http://schemas.microsoft.com/office/drawing/2014/main" id="{83C1E802-F118-58A5-CB40-6EA5C1B7F495}"/>
              </a:ext>
            </a:extLst>
          </p:cNvPr>
          <p:cNvSpPr>
            <a:spLocks noGrp="1"/>
          </p:cNvSpPr>
          <p:nvPr>
            <p:ph type="body" sz="quarter" idx="10"/>
          </p:nvPr>
        </p:nvSpPr>
        <p:spPr/>
        <p:txBody>
          <a:bodyPr/>
          <a:lstStyle/>
          <a:p>
            <a:r>
              <a:rPr lang="en-US" b="1" dirty="0">
                <a:solidFill>
                  <a:schemeClr val="tx2">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Agenda</a:t>
            </a:r>
          </a:p>
        </p:txBody>
      </p:sp>
      <p:sp>
        <p:nvSpPr>
          <p:cNvPr id="77" name="TextBox 76">
            <a:extLst>
              <a:ext uri="{FF2B5EF4-FFF2-40B4-BE49-F238E27FC236}">
                <a16:creationId xmlns:a16="http://schemas.microsoft.com/office/drawing/2014/main" id="{C393F80C-0F74-63D3-1E98-E32AE8A2C9D3}"/>
              </a:ext>
            </a:extLst>
          </p:cNvPr>
          <p:cNvSpPr txBox="1"/>
          <p:nvPr/>
        </p:nvSpPr>
        <p:spPr>
          <a:xfrm>
            <a:off x="5282110" y="1610109"/>
            <a:ext cx="670480" cy="830997"/>
          </a:xfrm>
          <a:prstGeom prst="rect">
            <a:avLst/>
          </a:prstGeom>
          <a:noFill/>
        </p:spPr>
        <p:txBody>
          <a:bodyPr wrap="square" lIns="0" tIns="0" rIns="0" bIns="0" rtlCol="0" anchor="ctr">
            <a:spAutoFit/>
          </a:bodyPr>
          <a:lstStyle/>
          <a:p>
            <a:r>
              <a:rPr lang="en-US" altLang="ko-KR" sz="5400" b="1" dirty="0">
                <a:solidFill>
                  <a:schemeClr val="accent1"/>
                </a:solidFill>
                <a:cs typeface="Arial" pitchFamily="34" charset="0"/>
              </a:rPr>
              <a:t>1</a:t>
            </a:r>
            <a:endParaRPr lang="ko-KR" altLang="en-US" sz="5400" b="1" dirty="0">
              <a:solidFill>
                <a:schemeClr val="accent1"/>
              </a:solidFill>
              <a:cs typeface="Arial" pitchFamily="34" charset="0"/>
            </a:endParaRPr>
          </a:p>
        </p:txBody>
      </p:sp>
      <p:sp>
        <p:nvSpPr>
          <p:cNvPr id="79" name="TextBox 78">
            <a:extLst>
              <a:ext uri="{FF2B5EF4-FFF2-40B4-BE49-F238E27FC236}">
                <a16:creationId xmlns:a16="http://schemas.microsoft.com/office/drawing/2014/main" id="{D575B08A-78EA-9B02-E5D5-89057E215AAA}"/>
              </a:ext>
            </a:extLst>
          </p:cNvPr>
          <p:cNvSpPr txBox="1"/>
          <p:nvPr/>
        </p:nvSpPr>
        <p:spPr>
          <a:xfrm>
            <a:off x="5868446" y="1767529"/>
            <a:ext cx="8203044" cy="461665"/>
          </a:xfrm>
          <a:prstGeom prst="rect">
            <a:avLst/>
          </a:prstGeom>
          <a:noFill/>
        </p:spPr>
        <p:txBody>
          <a:bodyPr wrap="square" rtlCol="0" anchor="ctr">
            <a:spAutoFit/>
          </a:bodyPr>
          <a:lstStyle/>
          <a:p>
            <a:r>
              <a:rPr lang="en-US" altLang="ko-KR" sz="2400" b="1" dirty="0">
                <a:latin typeface="Times New Roman" panose="02020603050405020304" pitchFamily="18" charset="0"/>
                <a:cs typeface="Times New Roman" panose="02020603050405020304" pitchFamily="18" charset="0"/>
              </a:rPr>
              <a:t>Project Overview &amp; Objectives</a:t>
            </a:r>
            <a:endParaRPr lang="ko-KR" altLang="en-US" sz="2400" b="1" dirty="0">
              <a:latin typeface="Times New Roman" panose="02020603050405020304" pitchFamily="18" charset="0"/>
              <a:cs typeface="Times New Roman" panose="02020603050405020304" pitchFamily="18" charset="0"/>
            </a:endParaRPr>
          </a:p>
        </p:txBody>
      </p:sp>
      <p:sp>
        <p:nvSpPr>
          <p:cNvPr id="81" name="Rectangle 36">
            <a:extLst>
              <a:ext uri="{FF2B5EF4-FFF2-40B4-BE49-F238E27FC236}">
                <a16:creationId xmlns:a16="http://schemas.microsoft.com/office/drawing/2014/main" id="{3963B94A-C66A-53A7-A0CE-F96F10D49710}"/>
              </a:ext>
            </a:extLst>
          </p:cNvPr>
          <p:cNvSpPr/>
          <p:nvPr/>
        </p:nvSpPr>
        <p:spPr>
          <a:xfrm>
            <a:off x="5814445" y="1755599"/>
            <a:ext cx="83801" cy="54001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dirty="0"/>
          </a:p>
        </p:txBody>
      </p:sp>
      <p:sp>
        <p:nvSpPr>
          <p:cNvPr id="82" name="TextBox 81">
            <a:extLst>
              <a:ext uri="{FF2B5EF4-FFF2-40B4-BE49-F238E27FC236}">
                <a16:creationId xmlns:a16="http://schemas.microsoft.com/office/drawing/2014/main" id="{3D8A90A1-2F05-0E6A-21C4-6A687FB43000}"/>
              </a:ext>
            </a:extLst>
          </p:cNvPr>
          <p:cNvSpPr txBox="1"/>
          <p:nvPr/>
        </p:nvSpPr>
        <p:spPr>
          <a:xfrm>
            <a:off x="5282110" y="2768433"/>
            <a:ext cx="670480" cy="830997"/>
          </a:xfrm>
          <a:prstGeom prst="rect">
            <a:avLst/>
          </a:prstGeom>
          <a:noFill/>
        </p:spPr>
        <p:txBody>
          <a:bodyPr wrap="square" lIns="0" tIns="0" rIns="0" bIns="0" rtlCol="0" anchor="ctr">
            <a:spAutoFit/>
          </a:bodyPr>
          <a:lstStyle/>
          <a:p>
            <a:r>
              <a:rPr lang="en-US" altLang="ko-KR" sz="5400" b="1" dirty="0">
                <a:solidFill>
                  <a:schemeClr val="accent4"/>
                </a:solidFill>
                <a:cs typeface="Arial" pitchFamily="34" charset="0"/>
              </a:rPr>
              <a:t>2</a:t>
            </a:r>
            <a:endParaRPr lang="ko-KR" altLang="en-US" sz="5400" b="1" dirty="0">
              <a:solidFill>
                <a:schemeClr val="accent4"/>
              </a:solidFill>
              <a:cs typeface="Arial" pitchFamily="34" charset="0"/>
            </a:endParaRPr>
          </a:p>
        </p:txBody>
      </p:sp>
      <p:sp>
        <p:nvSpPr>
          <p:cNvPr id="84" name="TextBox 83">
            <a:extLst>
              <a:ext uri="{FF2B5EF4-FFF2-40B4-BE49-F238E27FC236}">
                <a16:creationId xmlns:a16="http://schemas.microsoft.com/office/drawing/2014/main" id="{AF80249F-9AEF-FCBE-1311-57C3D292AEBA}"/>
              </a:ext>
            </a:extLst>
          </p:cNvPr>
          <p:cNvSpPr txBox="1"/>
          <p:nvPr/>
        </p:nvSpPr>
        <p:spPr>
          <a:xfrm>
            <a:off x="5868446" y="2926170"/>
            <a:ext cx="7560476" cy="461665"/>
          </a:xfrm>
          <a:prstGeom prst="rect">
            <a:avLst/>
          </a:prstGeom>
          <a:noFill/>
        </p:spPr>
        <p:txBody>
          <a:bodyPr wrap="square" rtlCol="0" anchor="ctr">
            <a:spAutoFit/>
          </a:bodyPr>
          <a:lstStyle/>
          <a:p>
            <a:r>
              <a:rPr lang="en-US" altLang="ko-KR" sz="2400" b="1" dirty="0">
                <a:latin typeface="Times New Roman" panose="02020603050405020304" pitchFamily="18" charset="0"/>
                <a:cs typeface="Times New Roman" panose="02020603050405020304" pitchFamily="18" charset="0"/>
              </a:rPr>
              <a:t>System Pages &amp; Navigation Flow</a:t>
            </a:r>
            <a:endParaRPr lang="ko-KR" altLang="en-US" sz="2400" b="1" dirty="0">
              <a:latin typeface="Times New Roman" panose="02020603050405020304" pitchFamily="18" charset="0"/>
              <a:cs typeface="Times New Roman" panose="02020603050405020304" pitchFamily="18" charset="0"/>
            </a:endParaRPr>
          </a:p>
        </p:txBody>
      </p:sp>
      <p:sp>
        <p:nvSpPr>
          <p:cNvPr id="86" name="Rectangle 41">
            <a:extLst>
              <a:ext uri="{FF2B5EF4-FFF2-40B4-BE49-F238E27FC236}">
                <a16:creationId xmlns:a16="http://schemas.microsoft.com/office/drawing/2014/main" id="{DB0804F7-F862-5809-148F-2B2717A10265}"/>
              </a:ext>
            </a:extLst>
          </p:cNvPr>
          <p:cNvSpPr/>
          <p:nvPr/>
        </p:nvSpPr>
        <p:spPr>
          <a:xfrm>
            <a:off x="5814445" y="2913923"/>
            <a:ext cx="83801" cy="54001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dirty="0"/>
          </a:p>
        </p:txBody>
      </p:sp>
      <p:sp>
        <p:nvSpPr>
          <p:cNvPr id="87" name="TextBox 86">
            <a:extLst>
              <a:ext uri="{FF2B5EF4-FFF2-40B4-BE49-F238E27FC236}">
                <a16:creationId xmlns:a16="http://schemas.microsoft.com/office/drawing/2014/main" id="{F574990E-4AA1-F9E8-488D-710E1AFA0B56}"/>
              </a:ext>
            </a:extLst>
          </p:cNvPr>
          <p:cNvSpPr txBox="1"/>
          <p:nvPr/>
        </p:nvSpPr>
        <p:spPr>
          <a:xfrm>
            <a:off x="5282110" y="3926757"/>
            <a:ext cx="670480" cy="830997"/>
          </a:xfrm>
          <a:prstGeom prst="rect">
            <a:avLst/>
          </a:prstGeom>
          <a:noFill/>
        </p:spPr>
        <p:txBody>
          <a:bodyPr wrap="square" lIns="0" tIns="0" rIns="0" bIns="0" rtlCol="0" anchor="ctr">
            <a:spAutoFit/>
          </a:bodyPr>
          <a:lstStyle/>
          <a:p>
            <a:r>
              <a:rPr lang="en-US" altLang="ko-KR" sz="5400" b="1" dirty="0">
                <a:solidFill>
                  <a:schemeClr val="accent3"/>
                </a:solidFill>
                <a:cs typeface="Arial" pitchFamily="34" charset="0"/>
              </a:rPr>
              <a:t>3</a:t>
            </a:r>
            <a:endParaRPr lang="ko-KR" altLang="en-US" sz="5400" b="1" dirty="0">
              <a:solidFill>
                <a:schemeClr val="accent3"/>
              </a:solidFill>
              <a:cs typeface="Arial" pitchFamily="34" charset="0"/>
            </a:endParaRPr>
          </a:p>
        </p:txBody>
      </p:sp>
      <p:sp>
        <p:nvSpPr>
          <p:cNvPr id="89" name="TextBox 88">
            <a:extLst>
              <a:ext uri="{FF2B5EF4-FFF2-40B4-BE49-F238E27FC236}">
                <a16:creationId xmlns:a16="http://schemas.microsoft.com/office/drawing/2014/main" id="{F418876D-A140-B938-0C78-4ACF1E75EB00}"/>
              </a:ext>
            </a:extLst>
          </p:cNvPr>
          <p:cNvSpPr txBox="1"/>
          <p:nvPr/>
        </p:nvSpPr>
        <p:spPr>
          <a:xfrm>
            <a:off x="5883991" y="3930452"/>
            <a:ext cx="7066898" cy="830997"/>
          </a:xfrm>
          <a:prstGeom prst="rect">
            <a:avLst/>
          </a:prstGeom>
          <a:noFill/>
        </p:spPr>
        <p:txBody>
          <a:bodyPr wrap="square" rtlCol="0" anchor="ctr">
            <a:spAutoFit/>
          </a:bodyPr>
          <a:lstStyle/>
          <a:p>
            <a:r>
              <a:rPr lang="en-US" altLang="ko-KR" sz="2400" b="1" dirty="0">
                <a:latin typeface="Times New Roman" panose="02020603050405020304" pitchFamily="18" charset="0"/>
                <a:cs typeface="Times New Roman" panose="02020603050405020304" pitchFamily="18" charset="0"/>
              </a:rPr>
              <a:t>Dashboard Modules (Employees, Products, Suppliers, Sales)</a:t>
            </a:r>
            <a:endParaRPr lang="ko-KR" altLang="en-US" sz="2400" b="1" dirty="0">
              <a:latin typeface="Times New Roman" panose="02020603050405020304" pitchFamily="18" charset="0"/>
              <a:cs typeface="Times New Roman" panose="02020603050405020304" pitchFamily="18" charset="0"/>
            </a:endParaRPr>
          </a:p>
        </p:txBody>
      </p:sp>
      <p:sp>
        <p:nvSpPr>
          <p:cNvPr id="91" name="Rectangle 46">
            <a:extLst>
              <a:ext uri="{FF2B5EF4-FFF2-40B4-BE49-F238E27FC236}">
                <a16:creationId xmlns:a16="http://schemas.microsoft.com/office/drawing/2014/main" id="{D3A076F4-A944-7A0D-C8B2-E8972C54B2FC}"/>
              </a:ext>
            </a:extLst>
          </p:cNvPr>
          <p:cNvSpPr/>
          <p:nvPr/>
        </p:nvSpPr>
        <p:spPr>
          <a:xfrm>
            <a:off x="5814445" y="4072247"/>
            <a:ext cx="83801" cy="54001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dirty="0"/>
          </a:p>
        </p:txBody>
      </p:sp>
      <p:sp>
        <p:nvSpPr>
          <p:cNvPr id="92" name="TextBox 91">
            <a:extLst>
              <a:ext uri="{FF2B5EF4-FFF2-40B4-BE49-F238E27FC236}">
                <a16:creationId xmlns:a16="http://schemas.microsoft.com/office/drawing/2014/main" id="{3E78BA6D-C53B-BC15-BA3B-C2FC3B021B48}"/>
              </a:ext>
            </a:extLst>
          </p:cNvPr>
          <p:cNvSpPr txBox="1"/>
          <p:nvPr/>
        </p:nvSpPr>
        <p:spPr>
          <a:xfrm>
            <a:off x="5282110" y="5085079"/>
            <a:ext cx="670480" cy="830997"/>
          </a:xfrm>
          <a:prstGeom prst="rect">
            <a:avLst/>
          </a:prstGeom>
          <a:noFill/>
        </p:spPr>
        <p:txBody>
          <a:bodyPr wrap="square" lIns="0" tIns="0" rIns="0" bIns="0" rtlCol="0" anchor="ctr">
            <a:spAutoFit/>
          </a:bodyPr>
          <a:lstStyle/>
          <a:p>
            <a:r>
              <a:rPr lang="en-US" altLang="ko-KR" sz="5400" b="1" dirty="0">
                <a:solidFill>
                  <a:schemeClr val="accent2"/>
                </a:solidFill>
                <a:cs typeface="Arial" pitchFamily="34" charset="0"/>
              </a:rPr>
              <a:t>4</a:t>
            </a:r>
            <a:endParaRPr lang="ko-KR" altLang="en-US" sz="5400" b="1" dirty="0">
              <a:solidFill>
                <a:schemeClr val="accent2"/>
              </a:solidFill>
              <a:cs typeface="Arial" pitchFamily="34" charset="0"/>
            </a:endParaRPr>
          </a:p>
        </p:txBody>
      </p:sp>
      <p:sp>
        <p:nvSpPr>
          <p:cNvPr id="94" name="TextBox 93">
            <a:extLst>
              <a:ext uri="{FF2B5EF4-FFF2-40B4-BE49-F238E27FC236}">
                <a16:creationId xmlns:a16="http://schemas.microsoft.com/office/drawing/2014/main" id="{E5F5D916-84E4-7A86-9127-5D3984548D2E}"/>
              </a:ext>
            </a:extLst>
          </p:cNvPr>
          <p:cNvSpPr txBox="1"/>
          <p:nvPr/>
        </p:nvSpPr>
        <p:spPr>
          <a:xfrm>
            <a:off x="5883991" y="5269744"/>
            <a:ext cx="7066898" cy="461665"/>
          </a:xfrm>
          <a:prstGeom prst="rect">
            <a:avLst/>
          </a:prstGeom>
          <a:noFill/>
        </p:spPr>
        <p:txBody>
          <a:bodyPr wrap="square" rtlCol="0" anchor="ctr">
            <a:spAutoFit/>
          </a:bodyPr>
          <a:lstStyle/>
          <a:p>
            <a:r>
              <a:rPr lang="en-US" altLang="ko-KR" sz="2400" b="1" dirty="0">
                <a:latin typeface="Times New Roman" panose="02020603050405020304" pitchFamily="18" charset="0"/>
                <a:cs typeface="Times New Roman" panose="02020603050405020304" pitchFamily="18" charset="0"/>
              </a:rPr>
              <a:t>Design, Styling &amp; Future Improvements</a:t>
            </a:r>
            <a:endParaRPr lang="ko-KR" altLang="en-US" sz="2400" b="1" dirty="0">
              <a:latin typeface="Times New Roman" panose="02020603050405020304" pitchFamily="18" charset="0"/>
              <a:cs typeface="Times New Roman" panose="02020603050405020304" pitchFamily="18" charset="0"/>
            </a:endParaRPr>
          </a:p>
        </p:txBody>
      </p:sp>
      <p:sp>
        <p:nvSpPr>
          <p:cNvPr id="96" name="Rectangle 51">
            <a:extLst>
              <a:ext uri="{FF2B5EF4-FFF2-40B4-BE49-F238E27FC236}">
                <a16:creationId xmlns:a16="http://schemas.microsoft.com/office/drawing/2014/main" id="{5449D3B0-89D8-1FAE-3B32-12B83CAF7F71}"/>
              </a:ext>
            </a:extLst>
          </p:cNvPr>
          <p:cNvSpPr/>
          <p:nvPr/>
        </p:nvSpPr>
        <p:spPr>
          <a:xfrm>
            <a:off x="5814445" y="5230569"/>
            <a:ext cx="83801" cy="54001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dirty="0"/>
          </a:p>
        </p:txBody>
      </p:sp>
      <p:grpSp>
        <p:nvGrpSpPr>
          <p:cNvPr id="33" name="그룹 32">
            <a:extLst>
              <a:ext uri="{FF2B5EF4-FFF2-40B4-BE49-F238E27FC236}">
                <a16:creationId xmlns:a16="http://schemas.microsoft.com/office/drawing/2014/main" id="{0A88DABB-10E9-9563-0801-891155A0F4C4}"/>
              </a:ext>
            </a:extLst>
          </p:cNvPr>
          <p:cNvGrpSpPr/>
          <p:nvPr/>
        </p:nvGrpSpPr>
        <p:grpSpPr>
          <a:xfrm rot="1461341">
            <a:off x="1650026" y="1943556"/>
            <a:ext cx="2468451" cy="4045943"/>
            <a:chOff x="4176839" y="-63"/>
            <a:chExt cx="3099665" cy="5164194"/>
          </a:xfrm>
        </p:grpSpPr>
        <p:sp>
          <p:nvSpPr>
            <p:cNvPr id="34" name="자유형: 도형 33">
              <a:extLst>
                <a:ext uri="{FF2B5EF4-FFF2-40B4-BE49-F238E27FC236}">
                  <a16:creationId xmlns:a16="http://schemas.microsoft.com/office/drawing/2014/main" id="{943EB4F8-37FB-F593-3440-038DAC571A0D}"/>
                </a:ext>
              </a:extLst>
            </p:cNvPr>
            <p:cNvSpPr/>
            <p:nvPr/>
          </p:nvSpPr>
          <p:spPr>
            <a:xfrm>
              <a:off x="4459503" y="291321"/>
              <a:ext cx="864607" cy="1153547"/>
            </a:xfrm>
            <a:custGeom>
              <a:avLst/>
              <a:gdLst>
                <a:gd name="connsiteX0" fmla="*/ 599964 w 864607"/>
                <a:gd name="connsiteY0" fmla="*/ 1103711 h 1153547"/>
                <a:gd name="connsiteX1" fmla="*/ 544629 w 864607"/>
                <a:gd name="connsiteY1" fmla="*/ 1139689 h 1153547"/>
                <a:gd name="connsiteX2" fmla="*/ 506296 w 864607"/>
                <a:gd name="connsiteY2" fmla="*/ 1125744 h 1153547"/>
                <a:gd name="connsiteX3" fmla="*/ 497062 w 864607"/>
                <a:gd name="connsiteY3" fmla="*/ 1116001 h 1153547"/>
                <a:gd name="connsiteX4" fmla="*/ 440454 w 864607"/>
                <a:gd name="connsiteY4" fmla="*/ 1094860 h 1153547"/>
                <a:gd name="connsiteX5" fmla="*/ 296671 w 864607"/>
                <a:gd name="connsiteY5" fmla="*/ 1147521 h 1153547"/>
                <a:gd name="connsiteX6" fmla="*/ 257255 w 864607"/>
                <a:gd name="connsiteY6" fmla="*/ 1129883 h 1153547"/>
                <a:gd name="connsiteX7" fmla="*/ 182435 w 864607"/>
                <a:gd name="connsiteY7" fmla="*/ 927199 h 1153547"/>
                <a:gd name="connsiteX8" fmla="*/ 147859 w 864607"/>
                <a:gd name="connsiteY8" fmla="*/ 853270 h 1153547"/>
                <a:gd name="connsiteX9" fmla="*/ 64951 w 864607"/>
                <a:gd name="connsiteY9" fmla="*/ 856072 h 1153547"/>
                <a:gd name="connsiteX10" fmla="*/ 23434 w 864607"/>
                <a:gd name="connsiteY10" fmla="*/ 817675 h 1153547"/>
                <a:gd name="connsiteX11" fmla="*/ 1020 w 864607"/>
                <a:gd name="connsiteY11" fmla="*/ 734067 h 1153547"/>
                <a:gd name="connsiteX12" fmla="*/ 89403 w 864607"/>
                <a:gd name="connsiteY12" fmla="*/ 711780 h 1153547"/>
                <a:gd name="connsiteX13" fmla="*/ 132640 w 864607"/>
                <a:gd name="connsiteY13" fmla="*/ 754444 h 1153547"/>
                <a:gd name="connsiteX14" fmla="*/ 164224 w 864607"/>
                <a:gd name="connsiteY14" fmla="*/ 752215 h 1153547"/>
                <a:gd name="connsiteX15" fmla="*/ 157410 w 864607"/>
                <a:gd name="connsiteY15" fmla="*/ 716365 h 1153547"/>
                <a:gd name="connsiteX16" fmla="*/ 96216 w 864607"/>
                <a:gd name="connsiteY16" fmla="*/ 560229 h 1153547"/>
                <a:gd name="connsiteX17" fmla="*/ 30056 w 864607"/>
                <a:gd name="connsiteY17" fmla="*/ 391294 h 1153547"/>
                <a:gd name="connsiteX18" fmla="*/ 71383 w 864607"/>
                <a:gd name="connsiteY18" fmla="*/ 267443 h 1153547"/>
                <a:gd name="connsiteX19" fmla="*/ 364296 w 864607"/>
                <a:gd name="connsiteY19" fmla="*/ 127354 h 1153547"/>
                <a:gd name="connsiteX20" fmla="*/ 510753 w 864607"/>
                <a:gd name="connsiteY20" fmla="*/ 0 h 1153547"/>
                <a:gd name="connsiteX21" fmla="*/ 617667 w 864607"/>
                <a:gd name="connsiteY21" fmla="*/ 229046 h 1153547"/>
                <a:gd name="connsiteX22" fmla="*/ 704904 w 864607"/>
                <a:gd name="connsiteY22" fmla="*/ 482862 h 1153547"/>
                <a:gd name="connsiteX23" fmla="*/ 861167 w 864607"/>
                <a:gd name="connsiteY23" fmla="*/ 906759 h 1153547"/>
                <a:gd name="connsiteX24" fmla="*/ 843019 w 864607"/>
                <a:gd name="connsiteY24" fmla="*/ 946812 h 1153547"/>
                <a:gd name="connsiteX25" fmla="*/ 614101 w 864607"/>
                <a:gd name="connsiteY25" fmla="*/ 1030610 h 1153547"/>
                <a:gd name="connsiteX26" fmla="*/ 590859 w 864607"/>
                <a:gd name="connsiteY26" fmla="*/ 1080788 h 1153547"/>
                <a:gd name="connsiteX27" fmla="*/ 599964 w 864607"/>
                <a:gd name="connsiteY27" fmla="*/ 1103711 h 1153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64607" h="1153547">
                  <a:moveTo>
                    <a:pt x="599964" y="1103711"/>
                  </a:moveTo>
                  <a:cubicBezTo>
                    <a:pt x="600028" y="1162167"/>
                    <a:pt x="600092" y="1162039"/>
                    <a:pt x="544629" y="1139689"/>
                  </a:cubicBezTo>
                  <a:cubicBezTo>
                    <a:pt x="532021" y="1134595"/>
                    <a:pt x="519095" y="1130392"/>
                    <a:pt x="506296" y="1125744"/>
                  </a:cubicBezTo>
                  <a:cubicBezTo>
                    <a:pt x="503175" y="1122496"/>
                    <a:pt x="499227" y="1119758"/>
                    <a:pt x="497062" y="1116001"/>
                  </a:cubicBezTo>
                  <a:cubicBezTo>
                    <a:pt x="477132" y="1080533"/>
                    <a:pt x="477386" y="1080979"/>
                    <a:pt x="440454" y="1094860"/>
                  </a:cubicBezTo>
                  <a:cubicBezTo>
                    <a:pt x="392632" y="1112817"/>
                    <a:pt x="344365" y="1129373"/>
                    <a:pt x="296671" y="1147521"/>
                  </a:cubicBezTo>
                  <a:cubicBezTo>
                    <a:pt x="276422" y="1155226"/>
                    <a:pt x="265088" y="1151915"/>
                    <a:pt x="257255" y="1129883"/>
                  </a:cubicBezTo>
                  <a:cubicBezTo>
                    <a:pt x="233249" y="1062003"/>
                    <a:pt x="207460" y="994760"/>
                    <a:pt x="182435" y="927199"/>
                  </a:cubicBezTo>
                  <a:cubicBezTo>
                    <a:pt x="178041" y="915292"/>
                    <a:pt x="166962" y="891476"/>
                    <a:pt x="147859" y="853270"/>
                  </a:cubicBezTo>
                  <a:cubicBezTo>
                    <a:pt x="135123" y="866006"/>
                    <a:pt x="77814" y="872373"/>
                    <a:pt x="64951" y="856072"/>
                  </a:cubicBezTo>
                  <a:cubicBezTo>
                    <a:pt x="51006" y="843337"/>
                    <a:pt x="36042" y="831620"/>
                    <a:pt x="23434" y="817675"/>
                  </a:cubicBezTo>
                  <a:cubicBezTo>
                    <a:pt x="2038" y="793987"/>
                    <a:pt x="-2355" y="764887"/>
                    <a:pt x="1020" y="734067"/>
                  </a:cubicBezTo>
                  <a:cubicBezTo>
                    <a:pt x="20186" y="708342"/>
                    <a:pt x="57692" y="698790"/>
                    <a:pt x="89403" y="711780"/>
                  </a:cubicBezTo>
                  <a:cubicBezTo>
                    <a:pt x="103030" y="717384"/>
                    <a:pt x="121687" y="744510"/>
                    <a:pt x="132640" y="754444"/>
                  </a:cubicBezTo>
                  <a:cubicBezTo>
                    <a:pt x="139835" y="761002"/>
                    <a:pt x="153080" y="759665"/>
                    <a:pt x="164224" y="752215"/>
                  </a:cubicBezTo>
                  <a:cubicBezTo>
                    <a:pt x="177086" y="743682"/>
                    <a:pt x="161103" y="725789"/>
                    <a:pt x="157410" y="716365"/>
                  </a:cubicBezTo>
                  <a:cubicBezTo>
                    <a:pt x="137033" y="664277"/>
                    <a:pt x="116211" y="612444"/>
                    <a:pt x="96216" y="560229"/>
                  </a:cubicBezTo>
                  <a:cubicBezTo>
                    <a:pt x="74630" y="503748"/>
                    <a:pt x="50242" y="448349"/>
                    <a:pt x="30056" y="391294"/>
                  </a:cubicBezTo>
                  <a:cubicBezTo>
                    <a:pt x="15156" y="349077"/>
                    <a:pt x="20441" y="286546"/>
                    <a:pt x="71383" y="267443"/>
                  </a:cubicBezTo>
                  <a:cubicBezTo>
                    <a:pt x="155563" y="235859"/>
                    <a:pt x="288330" y="176385"/>
                    <a:pt x="364296" y="127354"/>
                  </a:cubicBezTo>
                  <a:cubicBezTo>
                    <a:pt x="415238" y="101883"/>
                    <a:pt x="478915" y="50942"/>
                    <a:pt x="510753" y="0"/>
                  </a:cubicBezTo>
                  <a:cubicBezTo>
                    <a:pt x="529856" y="50942"/>
                    <a:pt x="593533" y="184663"/>
                    <a:pt x="617667" y="229046"/>
                  </a:cubicBezTo>
                  <a:cubicBezTo>
                    <a:pt x="639126" y="316283"/>
                    <a:pt x="674275" y="398808"/>
                    <a:pt x="704904" y="482862"/>
                  </a:cubicBezTo>
                  <a:cubicBezTo>
                    <a:pt x="756482" y="624352"/>
                    <a:pt x="809206" y="765460"/>
                    <a:pt x="861167" y="906759"/>
                  </a:cubicBezTo>
                  <a:cubicBezTo>
                    <a:pt x="867980" y="925225"/>
                    <a:pt x="866006" y="938788"/>
                    <a:pt x="843019" y="946812"/>
                  </a:cubicBezTo>
                  <a:cubicBezTo>
                    <a:pt x="766288" y="973619"/>
                    <a:pt x="690322" y="1002465"/>
                    <a:pt x="614101" y="1030610"/>
                  </a:cubicBezTo>
                  <a:cubicBezTo>
                    <a:pt x="573793" y="1045511"/>
                    <a:pt x="574430" y="1040162"/>
                    <a:pt x="590859" y="1080788"/>
                  </a:cubicBezTo>
                  <a:cubicBezTo>
                    <a:pt x="593979" y="1088429"/>
                    <a:pt x="596908" y="1096070"/>
                    <a:pt x="599964" y="1103711"/>
                  </a:cubicBezTo>
                  <a:close/>
                </a:path>
              </a:pathLst>
            </a:custGeom>
            <a:solidFill>
              <a:srgbClr val="FEC8B2"/>
            </a:solidFill>
            <a:ln w="6367" cap="flat">
              <a:noFill/>
              <a:prstDash val="solid"/>
              <a:miter/>
            </a:ln>
          </p:spPr>
          <p:txBody>
            <a:bodyPr rtlCol="0" anchor="ctr"/>
            <a:lstStyle/>
            <a:p>
              <a:endParaRPr lang="ko-KR" altLang="en-US"/>
            </a:p>
          </p:txBody>
        </p:sp>
        <p:sp>
          <p:nvSpPr>
            <p:cNvPr id="35" name="자유형: 도형 34">
              <a:extLst>
                <a:ext uri="{FF2B5EF4-FFF2-40B4-BE49-F238E27FC236}">
                  <a16:creationId xmlns:a16="http://schemas.microsoft.com/office/drawing/2014/main" id="{A8741691-0111-0922-D80A-921592EDDC39}"/>
                </a:ext>
              </a:extLst>
            </p:cNvPr>
            <p:cNvSpPr/>
            <p:nvPr/>
          </p:nvSpPr>
          <p:spPr>
            <a:xfrm rot="20516841">
              <a:off x="4709811" y="761779"/>
              <a:ext cx="80999" cy="144296"/>
            </a:xfrm>
            <a:custGeom>
              <a:avLst/>
              <a:gdLst>
                <a:gd name="connsiteX0" fmla="*/ 80999 w 80999"/>
                <a:gd name="connsiteY0" fmla="*/ 72148 h 144296"/>
                <a:gd name="connsiteX1" fmla="*/ 40500 w 80999"/>
                <a:gd name="connsiteY1" fmla="*/ 144296 h 144296"/>
                <a:gd name="connsiteX2" fmla="*/ 0 w 80999"/>
                <a:gd name="connsiteY2" fmla="*/ 72148 h 144296"/>
                <a:gd name="connsiteX3" fmla="*/ 40500 w 80999"/>
                <a:gd name="connsiteY3" fmla="*/ 0 h 144296"/>
                <a:gd name="connsiteX4" fmla="*/ 80999 w 80999"/>
                <a:gd name="connsiteY4" fmla="*/ 72148 h 144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999" h="144296">
                  <a:moveTo>
                    <a:pt x="80999" y="72148"/>
                  </a:moveTo>
                  <a:cubicBezTo>
                    <a:pt x="80999" y="111994"/>
                    <a:pt x="62867" y="144296"/>
                    <a:pt x="40500" y="144296"/>
                  </a:cubicBezTo>
                  <a:cubicBezTo>
                    <a:pt x="18132" y="144296"/>
                    <a:pt x="0" y="111994"/>
                    <a:pt x="0" y="72148"/>
                  </a:cubicBezTo>
                  <a:cubicBezTo>
                    <a:pt x="0" y="32302"/>
                    <a:pt x="18132" y="0"/>
                    <a:pt x="40500" y="0"/>
                  </a:cubicBezTo>
                  <a:cubicBezTo>
                    <a:pt x="62867" y="0"/>
                    <a:pt x="80999" y="32302"/>
                    <a:pt x="80999" y="72148"/>
                  </a:cubicBezTo>
                  <a:close/>
                </a:path>
              </a:pathLst>
            </a:custGeom>
            <a:solidFill>
              <a:srgbClr val="522723"/>
            </a:solidFill>
            <a:ln w="6367" cap="flat">
              <a:noFill/>
              <a:prstDash val="solid"/>
              <a:miter/>
            </a:ln>
          </p:spPr>
          <p:txBody>
            <a:bodyPr rtlCol="0" anchor="ctr"/>
            <a:lstStyle/>
            <a:p>
              <a:endParaRPr lang="ko-KR" altLang="en-US"/>
            </a:p>
          </p:txBody>
        </p:sp>
        <p:sp>
          <p:nvSpPr>
            <p:cNvPr id="36" name="자유형: 도형 35">
              <a:extLst>
                <a:ext uri="{FF2B5EF4-FFF2-40B4-BE49-F238E27FC236}">
                  <a16:creationId xmlns:a16="http://schemas.microsoft.com/office/drawing/2014/main" id="{B6F28A8A-7BB7-AB28-C7AE-D42E971A3F6F}"/>
                </a:ext>
              </a:extLst>
            </p:cNvPr>
            <p:cNvSpPr/>
            <p:nvPr/>
          </p:nvSpPr>
          <p:spPr>
            <a:xfrm rot="20516841">
              <a:off x="4991909" y="660805"/>
              <a:ext cx="80999" cy="144296"/>
            </a:xfrm>
            <a:custGeom>
              <a:avLst/>
              <a:gdLst>
                <a:gd name="connsiteX0" fmla="*/ 80999 w 80999"/>
                <a:gd name="connsiteY0" fmla="*/ 72148 h 144296"/>
                <a:gd name="connsiteX1" fmla="*/ 40500 w 80999"/>
                <a:gd name="connsiteY1" fmla="*/ 144296 h 144296"/>
                <a:gd name="connsiteX2" fmla="*/ 0 w 80999"/>
                <a:gd name="connsiteY2" fmla="*/ 72148 h 144296"/>
                <a:gd name="connsiteX3" fmla="*/ 40500 w 80999"/>
                <a:gd name="connsiteY3" fmla="*/ 0 h 144296"/>
                <a:gd name="connsiteX4" fmla="*/ 80999 w 80999"/>
                <a:gd name="connsiteY4" fmla="*/ 72148 h 144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999" h="144296">
                  <a:moveTo>
                    <a:pt x="80999" y="72148"/>
                  </a:moveTo>
                  <a:cubicBezTo>
                    <a:pt x="80999" y="111994"/>
                    <a:pt x="62867" y="144296"/>
                    <a:pt x="40500" y="144296"/>
                  </a:cubicBezTo>
                  <a:cubicBezTo>
                    <a:pt x="18132" y="144296"/>
                    <a:pt x="0" y="111994"/>
                    <a:pt x="0" y="72148"/>
                  </a:cubicBezTo>
                  <a:cubicBezTo>
                    <a:pt x="0" y="32302"/>
                    <a:pt x="18133" y="0"/>
                    <a:pt x="40500" y="0"/>
                  </a:cubicBezTo>
                  <a:cubicBezTo>
                    <a:pt x="62867" y="0"/>
                    <a:pt x="80999" y="32302"/>
                    <a:pt x="80999" y="72148"/>
                  </a:cubicBezTo>
                  <a:close/>
                </a:path>
              </a:pathLst>
            </a:custGeom>
            <a:solidFill>
              <a:srgbClr val="522723"/>
            </a:solidFill>
            <a:ln w="6367" cap="flat">
              <a:noFill/>
              <a:prstDash val="solid"/>
              <a:miter/>
            </a:ln>
          </p:spPr>
          <p:txBody>
            <a:bodyPr rtlCol="0" anchor="ctr"/>
            <a:lstStyle/>
            <a:p>
              <a:endParaRPr lang="ko-KR" altLang="en-US"/>
            </a:p>
          </p:txBody>
        </p:sp>
        <p:sp>
          <p:nvSpPr>
            <p:cNvPr id="38" name="자유형: 도형 37">
              <a:extLst>
                <a:ext uri="{FF2B5EF4-FFF2-40B4-BE49-F238E27FC236}">
                  <a16:creationId xmlns:a16="http://schemas.microsoft.com/office/drawing/2014/main" id="{BFFC49D5-2A28-CDB9-EA59-5E4840DD7744}"/>
                </a:ext>
              </a:extLst>
            </p:cNvPr>
            <p:cNvSpPr/>
            <p:nvPr/>
          </p:nvSpPr>
          <p:spPr>
            <a:xfrm>
              <a:off x="4176839" y="1395033"/>
              <a:ext cx="2024573" cy="1833040"/>
            </a:xfrm>
            <a:custGeom>
              <a:avLst/>
              <a:gdLst>
                <a:gd name="connsiteX0" fmla="*/ 882628 w 2024573"/>
                <a:gd name="connsiteY0" fmla="*/ 0 h 1833040"/>
                <a:gd name="connsiteX1" fmla="*/ 936626 w 2024573"/>
                <a:gd name="connsiteY1" fmla="*/ 26235 h 1833040"/>
                <a:gd name="connsiteX2" fmla="*/ 976997 w 2024573"/>
                <a:gd name="connsiteY2" fmla="*/ 27699 h 1833040"/>
                <a:gd name="connsiteX3" fmla="*/ 1109508 w 2024573"/>
                <a:gd name="connsiteY3" fmla="*/ 23560 h 1833040"/>
                <a:gd name="connsiteX4" fmla="*/ 1263670 w 2024573"/>
                <a:gd name="connsiteY4" fmla="*/ 47949 h 1833040"/>
                <a:gd name="connsiteX5" fmla="*/ 1561996 w 2024573"/>
                <a:gd name="connsiteY5" fmla="*/ 134677 h 1833040"/>
                <a:gd name="connsiteX6" fmla="*/ 2012001 w 2024573"/>
                <a:gd name="connsiteY6" fmla="*/ 598626 h 1833040"/>
                <a:gd name="connsiteX7" fmla="*/ 2021489 w 2024573"/>
                <a:gd name="connsiteY7" fmla="*/ 675994 h 1833040"/>
                <a:gd name="connsiteX8" fmla="*/ 2003659 w 2024573"/>
                <a:gd name="connsiteY8" fmla="*/ 674338 h 1833040"/>
                <a:gd name="connsiteX9" fmla="*/ 1846950 w 2024573"/>
                <a:gd name="connsiteY9" fmla="*/ 653389 h 1833040"/>
                <a:gd name="connsiteX10" fmla="*/ 1826637 w 2024573"/>
                <a:gd name="connsiteY10" fmla="*/ 626071 h 1833040"/>
                <a:gd name="connsiteX11" fmla="*/ 1513156 w 2024573"/>
                <a:gd name="connsiteY11" fmla="*/ 315965 h 1833040"/>
                <a:gd name="connsiteX12" fmla="*/ 1244058 w 2024573"/>
                <a:gd name="connsiteY12" fmla="*/ 242100 h 1833040"/>
                <a:gd name="connsiteX13" fmla="*/ 1208590 w 2024573"/>
                <a:gd name="connsiteY13" fmla="*/ 284126 h 1833040"/>
                <a:gd name="connsiteX14" fmla="*/ 1301940 w 2024573"/>
                <a:gd name="connsiteY14" fmla="*/ 599836 h 1833040"/>
                <a:gd name="connsiteX15" fmla="*/ 1595809 w 2024573"/>
                <a:gd name="connsiteY15" fmla="*/ 1201519 h 1833040"/>
                <a:gd name="connsiteX16" fmla="*/ 1589441 w 2024573"/>
                <a:gd name="connsiteY16" fmla="*/ 1220622 h 1833040"/>
                <a:gd name="connsiteX17" fmla="*/ 1228457 w 2024573"/>
                <a:gd name="connsiteY17" fmla="*/ 1335049 h 1833040"/>
                <a:gd name="connsiteX18" fmla="*/ 1037872 w 2024573"/>
                <a:gd name="connsiteY18" fmla="*/ 1458009 h 1833040"/>
                <a:gd name="connsiteX19" fmla="*/ 998711 w 2024573"/>
                <a:gd name="connsiteY19" fmla="*/ 1480870 h 1833040"/>
                <a:gd name="connsiteX20" fmla="*/ 906889 w 2024573"/>
                <a:gd name="connsiteY20" fmla="*/ 1322569 h 1833040"/>
                <a:gd name="connsiteX21" fmla="*/ 745022 w 2024573"/>
                <a:gd name="connsiteY21" fmla="*/ 1006540 h 1833040"/>
                <a:gd name="connsiteX22" fmla="*/ 580927 w 2024573"/>
                <a:gd name="connsiteY22" fmla="*/ 633139 h 1833040"/>
                <a:gd name="connsiteX23" fmla="*/ 521962 w 2024573"/>
                <a:gd name="connsiteY23" fmla="*/ 471527 h 1833040"/>
                <a:gd name="connsiteX24" fmla="*/ 493180 w 2024573"/>
                <a:gd name="connsiteY24" fmla="*/ 463631 h 1833040"/>
                <a:gd name="connsiteX25" fmla="*/ 283237 w 2024573"/>
                <a:gd name="connsiteY25" fmla="*/ 728400 h 1833040"/>
                <a:gd name="connsiteX26" fmla="*/ 180590 w 2024573"/>
                <a:gd name="connsiteY26" fmla="*/ 1121796 h 1833040"/>
                <a:gd name="connsiteX27" fmla="*/ 294381 w 2024573"/>
                <a:gd name="connsiteY27" fmla="*/ 1590840 h 1833040"/>
                <a:gd name="connsiteX28" fmla="*/ 343539 w 2024573"/>
                <a:gd name="connsiteY28" fmla="*/ 1726917 h 1833040"/>
                <a:gd name="connsiteX29" fmla="*/ 332269 w 2024573"/>
                <a:gd name="connsiteY29" fmla="*/ 1771809 h 1833040"/>
                <a:gd name="connsiteX30" fmla="*/ 182946 w 2024573"/>
                <a:gd name="connsiteY30" fmla="*/ 1833003 h 1833040"/>
                <a:gd name="connsiteX31" fmla="*/ 162824 w 2024573"/>
                <a:gd name="connsiteY31" fmla="*/ 1821286 h 1833040"/>
                <a:gd name="connsiteX32" fmla="*/ 128248 w 2024573"/>
                <a:gd name="connsiteY32" fmla="*/ 1785882 h 1833040"/>
                <a:gd name="connsiteX33" fmla="*/ 958 w 2024573"/>
                <a:gd name="connsiteY33" fmla="*/ 1209479 h 1833040"/>
                <a:gd name="connsiteX34" fmla="*/ 66418 w 2024573"/>
                <a:gd name="connsiteY34" fmla="*/ 737187 h 1833040"/>
                <a:gd name="connsiteX35" fmla="*/ 336598 w 2024573"/>
                <a:gd name="connsiteY35" fmla="*/ 346148 h 1833040"/>
                <a:gd name="connsiteX36" fmla="*/ 664853 w 2024573"/>
                <a:gd name="connsiteY36" fmla="*/ 141808 h 1833040"/>
                <a:gd name="connsiteX37" fmla="*/ 739737 w 2024573"/>
                <a:gd name="connsiteY37" fmla="*/ 115319 h 1833040"/>
                <a:gd name="connsiteX38" fmla="*/ 766672 w 2024573"/>
                <a:gd name="connsiteY38" fmla="*/ 67625 h 1833040"/>
                <a:gd name="connsiteX39" fmla="*/ 788895 w 2024573"/>
                <a:gd name="connsiteY39" fmla="*/ 22032 h 1833040"/>
                <a:gd name="connsiteX40" fmla="*/ 837353 w 2024573"/>
                <a:gd name="connsiteY40" fmla="*/ 32857 h 1833040"/>
                <a:gd name="connsiteX41" fmla="*/ 876451 w 2024573"/>
                <a:gd name="connsiteY41" fmla="*/ 11844 h 1833040"/>
                <a:gd name="connsiteX42" fmla="*/ 882628 w 2024573"/>
                <a:gd name="connsiteY42" fmla="*/ 0 h 1833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024573" h="1833040">
                  <a:moveTo>
                    <a:pt x="882628" y="0"/>
                  </a:moveTo>
                  <a:cubicBezTo>
                    <a:pt x="900585" y="8787"/>
                    <a:pt x="918350" y="18212"/>
                    <a:pt x="936626" y="26235"/>
                  </a:cubicBezTo>
                  <a:cubicBezTo>
                    <a:pt x="949488" y="31838"/>
                    <a:pt x="961078" y="35022"/>
                    <a:pt x="976997" y="27699"/>
                  </a:cubicBezTo>
                  <a:cubicBezTo>
                    <a:pt x="1023226" y="6431"/>
                    <a:pt x="1061814" y="17256"/>
                    <a:pt x="1109508" y="23560"/>
                  </a:cubicBezTo>
                  <a:cubicBezTo>
                    <a:pt x="1161087" y="30310"/>
                    <a:pt x="1212538" y="38206"/>
                    <a:pt x="1263670" y="47949"/>
                  </a:cubicBezTo>
                  <a:cubicBezTo>
                    <a:pt x="1365553" y="67306"/>
                    <a:pt x="1466354" y="94178"/>
                    <a:pt x="1561996" y="134677"/>
                  </a:cubicBezTo>
                  <a:cubicBezTo>
                    <a:pt x="1760923" y="218857"/>
                    <a:pt x="1960040" y="379132"/>
                    <a:pt x="2012001" y="598626"/>
                  </a:cubicBezTo>
                  <a:cubicBezTo>
                    <a:pt x="2017923" y="623651"/>
                    <a:pt x="2030340" y="648804"/>
                    <a:pt x="2021489" y="675994"/>
                  </a:cubicBezTo>
                  <a:cubicBezTo>
                    <a:pt x="2015121" y="680069"/>
                    <a:pt x="2008817" y="677777"/>
                    <a:pt x="2003659" y="674338"/>
                  </a:cubicBezTo>
                  <a:cubicBezTo>
                    <a:pt x="1954819" y="641353"/>
                    <a:pt x="1903113" y="630974"/>
                    <a:pt x="1846950" y="653389"/>
                  </a:cubicBezTo>
                  <a:cubicBezTo>
                    <a:pt x="1832942" y="649695"/>
                    <a:pt x="1830968" y="636641"/>
                    <a:pt x="1826637" y="626071"/>
                  </a:cubicBezTo>
                  <a:cubicBezTo>
                    <a:pt x="1766208" y="478086"/>
                    <a:pt x="1658403" y="378113"/>
                    <a:pt x="1513156" y="315965"/>
                  </a:cubicBezTo>
                  <a:cubicBezTo>
                    <a:pt x="1426874" y="279032"/>
                    <a:pt x="1336453" y="256809"/>
                    <a:pt x="1244058" y="242100"/>
                  </a:cubicBezTo>
                  <a:cubicBezTo>
                    <a:pt x="1197000" y="234586"/>
                    <a:pt x="1196045" y="237260"/>
                    <a:pt x="1208590" y="284126"/>
                  </a:cubicBezTo>
                  <a:cubicBezTo>
                    <a:pt x="1236862" y="390212"/>
                    <a:pt x="1266154" y="496043"/>
                    <a:pt x="1301940" y="599836"/>
                  </a:cubicBezTo>
                  <a:cubicBezTo>
                    <a:pt x="1340401" y="711526"/>
                    <a:pt x="1589632" y="1182671"/>
                    <a:pt x="1595809" y="1201519"/>
                  </a:cubicBezTo>
                  <a:cubicBezTo>
                    <a:pt x="1592689" y="1214764"/>
                    <a:pt x="1598420" y="1219030"/>
                    <a:pt x="1589441" y="1220622"/>
                  </a:cubicBezTo>
                  <a:cubicBezTo>
                    <a:pt x="1442984" y="1246093"/>
                    <a:pt x="1314102" y="1292704"/>
                    <a:pt x="1228457" y="1335049"/>
                  </a:cubicBezTo>
                  <a:cubicBezTo>
                    <a:pt x="1160386" y="1368735"/>
                    <a:pt x="1096709" y="1409679"/>
                    <a:pt x="1037872" y="1458009"/>
                  </a:cubicBezTo>
                  <a:cubicBezTo>
                    <a:pt x="1026219" y="1467561"/>
                    <a:pt x="1016031" y="1480551"/>
                    <a:pt x="998711" y="1480870"/>
                  </a:cubicBezTo>
                  <a:cubicBezTo>
                    <a:pt x="961396" y="1432029"/>
                    <a:pt x="936307" y="1375866"/>
                    <a:pt x="906889" y="1322569"/>
                  </a:cubicBezTo>
                  <a:cubicBezTo>
                    <a:pt x="849643" y="1219030"/>
                    <a:pt x="795836" y="1113518"/>
                    <a:pt x="745022" y="1006540"/>
                  </a:cubicBezTo>
                  <a:cubicBezTo>
                    <a:pt x="686630" y="883644"/>
                    <a:pt x="632187" y="759092"/>
                    <a:pt x="580927" y="633139"/>
                  </a:cubicBezTo>
                  <a:cubicBezTo>
                    <a:pt x="559277" y="579969"/>
                    <a:pt x="539027" y="526290"/>
                    <a:pt x="521962" y="471527"/>
                  </a:cubicBezTo>
                  <a:cubicBezTo>
                    <a:pt x="515722" y="451533"/>
                    <a:pt x="509226" y="447075"/>
                    <a:pt x="493180" y="463631"/>
                  </a:cubicBezTo>
                  <a:cubicBezTo>
                    <a:pt x="414284" y="544883"/>
                    <a:pt x="345959" y="633967"/>
                    <a:pt x="283237" y="728400"/>
                  </a:cubicBezTo>
                  <a:cubicBezTo>
                    <a:pt x="207462" y="842509"/>
                    <a:pt x="174987" y="986291"/>
                    <a:pt x="180590" y="1121796"/>
                  </a:cubicBezTo>
                  <a:cubicBezTo>
                    <a:pt x="187340" y="1283662"/>
                    <a:pt x="242293" y="1439034"/>
                    <a:pt x="294381" y="1590840"/>
                  </a:cubicBezTo>
                  <a:cubicBezTo>
                    <a:pt x="310045" y="1636496"/>
                    <a:pt x="331313" y="1680051"/>
                    <a:pt x="343539" y="1726917"/>
                  </a:cubicBezTo>
                  <a:cubicBezTo>
                    <a:pt x="352136" y="1744938"/>
                    <a:pt x="342711" y="1759711"/>
                    <a:pt x="332269" y="1771809"/>
                  </a:cubicBezTo>
                  <a:cubicBezTo>
                    <a:pt x="293107" y="1817084"/>
                    <a:pt x="241465" y="1833958"/>
                    <a:pt x="182946" y="1833003"/>
                  </a:cubicBezTo>
                  <a:cubicBezTo>
                    <a:pt x="174350" y="1832875"/>
                    <a:pt x="166772" y="1829883"/>
                    <a:pt x="162824" y="1821286"/>
                  </a:cubicBezTo>
                  <a:cubicBezTo>
                    <a:pt x="144995" y="1815683"/>
                    <a:pt x="134934" y="1801355"/>
                    <a:pt x="128248" y="1785882"/>
                  </a:cubicBezTo>
                  <a:cubicBezTo>
                    <a:pt x="49734" y="1604466"/>
                    <a:pt x="7771" y="1406686"/>
                    <a:pt x="958" y="1209479"/>
                  </a:cubicBezTo>
                  <a:cubicBezTo>
                    <a:pt x="-4519" y="1050223"/>
                    <a:pt x="12993" y="887974"/>
                    <a:pt x="66418" y="737187"/>
                  </a:cubicBezTo>
                  <a:cubicBezTo>
                    <a:pt x="121562" y="581625"/>
                    <a:pt x="217841" y="458537"/>
                    <a:pt x="336598" y="346148"/>
                  </a:cubicBezTo>
                  <a:cubicBezTo>
                    <a:pt x="434597" y="253498"/>
                    <a:pt x="539409" y="189502"/>
                    <a:pt x="664853" y="141808"/>
                  </a:cubicBezTo>
                  <a:cubicBezTo>
                    <a:pt x="689559" y="132384"/>
                    <a:pt x="714967" y="124679"/>
                    <a:pt x="739737" y="115319"/>
                  </a:cubicBezTo>
                  <a:cubicBezTo>
                    <a:pt x="761323" y="107168"/>
                    <a:pt x="759286" y="84181"/>
                    <a:pt x="766672" y="67625"/>
                  </a:cubicBezTo>
                  <a:cubicBezTo>
                    <a:pt x="773613" y="52151"/>
                    <a:pt x="778070" y="35595"/>
                    <a:pt x="788895" y="22032"/>
                  </a:cubicBezTo>
                  <a:cubicBezTo>
                    <a:pt x="807744" y="13372"/>
                    <a:pt x="821944" y="27254"/>
                    <a:pt x="837353" y="32857"/>
                  </a:cubicBezTo>
                  <a:cubicBezTo>
                    <a:pt x="870784" y="45020"/>
                    <a:pt x="870465" y="45784"/>
                    <a:pt x="876451" y="11844"/>
                  </a:cubicBezTo>
                  <a:cubicBezTo>
                    <a:pt x="877343" y="7259"/>
                    <a:pt x="878807" y="3056"/>
                    <a:pt x="882628" y="0"/>
                  </a:cubicBezTo>
                  <a:close/>
                </a:path>
              </a:pathLst>
            </a:custGeom>
            <a:solidFill>
              <a:schemeClr val="accent1">
                <a:lumMod val="40000"/>
                <a:lumOff val="60000"/>
              </a:schemeClr>
            </a:solidFill>
            <a:ln w="6367" cap="flat">
              <a:noFill/>
              <a:prstDash val="solid"/>
              <a:miter/>
            </a:ln>
          </p:spPr>
          <p:txBody>
            <a:bodyPr rtlCol="0" anchor="ctr"/>
            <a:lstStyle/>
            <a:p>
              <a:endParaRPr lang="ko-KR" altLang="en-US"/>
            </a:p>
          </p:txBody>
        </p:sp>
        <p:sp>
          <p:nvSpPr>
            <p:cNvPr id="40" name="자유형: 도형 39">
              <a:extLst>
                <a:ext uri="{FF2B5EF4-FFF2-40B4-BE49-F238E27FC236}">
                  <a16:creationId xmlns:a16="http://schemas.microsoft.com/office/drawing/2014/main" id="{652A727F-E384-24D2-3FA0-535299EA57FB}"/>
                </a:ext>
              </a:extLst>
            </p:cNvPr>
            <p:cNvSpPr/>
            <p:nvPr/>
          </p:nvSpPr>
          <p:spPr>
            <a:xfrm>
              <a:off x="5690052" y="1922535"/>
              <a:ext cx="733339" cy="1033205"/>
            </a:xfrm>
            <a:custGeom>
              <a:avLst/>
              <a:gdLst>
                <a:gd name="connsiteX0" fmla="*/ 613088 w 733339"/>
                <a:gd name="connsiteY0" fmla="*/ 315261 h 1033205"/>
                <a:gd name="connsiteX1" fmla="*/ 713888 w 733339"/>
                <a:gd name="connsiteY1" fmla="*/ 456624 h 1033205"/>
                <a:gd name="connsiteX2" fmla="*/ 733309 w 733339"/>
                <a:gd name="connsiteY2" fmla="*/ 1007493 h 1033205"/>
                <a:gd name="connsiteX3" fmla="*/ 732482 w 733339"/>
                <a:gd name="connsiteY3" fmla="*/ 1023858 h 1033205"/>
                <a:gd name="connsiteX4" fmla="*/ 699115 w 733339"/>
                <a:gd name="connsiteY4" fmla="*/ 1025513 h 1033205"/>
                <a:gd name="connsiteX5" fmla="*/ 601881 w 733339"/>
                <a:gd name="connsiteY5" fmla="*/ 974253 h 1033205"/>
                <a:gd name="connsiteX6" fmla="*/ 56616 w 733339"/>
                <a:gd name="connsiteY6" fmla="*/ 688153 h 1033205"/>
                <a:gd name="connsiteX7" fmla="*/ 17900 w 733339"/>
                <a:gd name="connsiteY7" fmla="*/ 632117 h 1033205"/>
                <a:gd name="connsiteX8" fmla="*/ 16435 w 733339"/>
                <a:gd name="connsiteY8" fmla="*/ 593657 h 1033205"/>
                <a:gd name="connsiteX9" fmla="*/ 9367 w 733339"/>
                <a:gd name="connsiteY9" fmla="*/ 335510 h 1033205"/>
                <a:gd name="connsiteX10" fmla="*/ 70 w 733339"/>
                <a:gd name="connsiteY10" fmla="*/ 36420 h 1033205"/>
                <a:gd name="connsiteX11" fmla="*/ 19747 w 733339"/>
                <a:gd name="connsiteY11" fmla="*/ 61 h 1033205"/>
                <a:gd name="connsiteX12" fmla="*/ 53177 w 733339"/>
                <a:gd name="connsiteY12" fmla="*/ 10567 h 1033205"/>
                <a:gd name="connsiteX13" fmla="*/ 307248 w 733339"/>
                <a:gd name="connsiteY13" fmla="*/ 144798 h 1033205"/>
                <a:gd name="connsiteX14" fmla="*/ 353859 w 733339"/>
                <a:gd name="connsiteY14" fmla="*/ 168295 h 1033205"/>
                <a:gd name="connsiteX15" fmla="*/ 374045 w 733339"/>
                <a:gd name="connsiteY15" fmla="*/ 210576 h 1033205"/>
                <a:gd name="connsiteX16" fmla="*/ 344244 w 733339"/>
                <a:gd name="connsiteY16" fmla="*/ 350284 h 1033205"/>
                <a:gd name="connsiteX17" fmla="*/ 339341 w 733339"/>
                <a:gd name="connsiteY17" fmla="*/ 391037 h 1033205"/>
                <a:gd name="connsiteX18" fmla="*/ 371179 w 733339"/>
                <a:gd name="connsiteY18" fmla="*/ 426823 h 1033205"/>
                <a:gd name="connsiteX19" fmla="*/ 391683 w 733339"/>
                <a:gd name="connsiteY19" fmla="*/ 450893 h 1033205"/>
                <a:gd name="connsiteX20" fmla="*/ 390601 w 733339"/>
                <a:gd name="connsiteY20" fmla="*/ 461846 h 1033205"/>
                <a:gd name="connsiteX21" fmla="*/ 413970 w 733339"/>
                <a:gd name="connsiteY21" fmla="*/ 494639 h 1033205"/>
                <a:gd name="connsiteX22" fmla="*/ 446700 w 733339"/>
                <a:gd name="connsiteY22" fmla="*/ 475918 h 1033205"/>
                <a:gd name="connsiteX23" fmla="*/ 480003 w 733339"/>
                <a:gd name="connsiteY23" fmla="*/ 467576 h 1033205"/>
                <a:gd name="connsiteX24" fmla="*/ 523303 w 733339"/>
                <a:gd name="connsiteY24" fmla="*/ 454395 h 1033205"/>
                <a:gd name="connsiteX25" fmla="*/ 555269 w 733339"/>
                <a:gd name="connsiteY25" fmla="*/ 446945 h 1033205"/>
                <a:gd name="connsiteX26" fmla="*/ 588572 w 733339"/>
                <a:gd name="connsiteY26" fmla="*/ 429561 h 1033205"/>
                <a:gd name="connsiteX27" fmla="*/ 604619 w 733339"/>
                <a:gd name="connsiteY27" fmla="*/ 340414 h 1033205"/>
                <a:gd name="connsiteX28" fmla="*/ 613088 w 733339"/>
                <a:gd name="connsiteY28" fmla="*/ 315261 h 1033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33339" h="1033205">
                  <a:moveTo>
                    <a:pt x="613088" y="315261"/>
                  </a:moveTo>
                  <a:cubicBezTo>
                    <a:pt x="708348" y="355123"/>
                    <a:pt x="709749" y="355059"/>
                    <a:pt x="713888" y="456624"/>
                  </a:cubicBezTo>
                  <a:cubicBezTo>
                    <a:pt x="721402" y="640204"/>
                    <a:pt x="727006" y="823848"/>
                    <a:pt x="733309" y="1007493"/>
                  </a:cubicBezTo>
                  <a:cubicBezTo>
                    <a:pt x="733501" y="1012905"/>
                    <a:pt x="732737" y="1018381"/>
                    <a:pt x="732482" y="1023858"/>
                  </a:cubicBezTo>
                  <a:cubicBezTo>
                    <a:pt x="722230" y="1040732"/>
                    <a:pt x="709686" y="1030607"/>
                    <a:pt x="699115" y="1025513"/>
                  </a:cubicBezTo>
                  <a:cubicBezTo>
                    <a:pt x="666130" y="1009530"/>
                    <a:pt x="634292" y="991319"/>
                    <a:pt x="601881" y="974253"/>
                  </a:cubicBezTo>
                  <a:cubicBezTo>
                    <a:pt x="420210" y="878674"/>
                    <a:pt x="238349" y="783541"/>
                    <a:pt x="56616" y="688153"/>
                  </a:cubicBezTo>
                  <a:cubicBezTo>
                    <a:pt x="33246" y="675863"/>
                    <a:pt x="21084" y="657588"/>
                    <a:pt x="17900" y="632117"/>
                  </a:cubicBezTo>
                  <a:cubicBezTo>
                    <a:pt x="16244" y="619318"/>
                    <a:pt x="16117" y="606519"/>
                    <a:pt x="16435" y="593657"/>
                  </a:cubicBezTo>
                  <a:cubicBezTo>
                    <a:pt x="18791" y="507502"/>
                    <a:pt x="11150" y="421602"/>
                    <a:pt x="9367" y="335510"/>
                  </a:cubicBezTo>
                  <a:cubicBezTo>
                    <a:pt x="7266" y="235793"/>
                    <a:pt x="-312" y="136202"/>
                    <a:pt x="70" y="36420"/>
                  </a:cubicBezTo>
                  <a:cubicBezTo>
                    <a:pt x="134" y="21392"/>
                    <a:pt x="-2540" y="3563"/>
                    <a:pt x="19747" y="61"/>
                  </a:cubicBezTo>
                  <a:cubicBezTo>
                    <a:pt x="32227" y="-640"/>
                    <a:pt x="42798" y="4836"/>
                    <a:pt x="53177" y="10567"/>
                  </a:cubicBezTo>
                  <a:cubicBezTo>
                    <a:pt x="136912" y="57115"/>
                    <a:pt x="223130" y="99015"/>
                    <a:pt x="307248" y="144798"/>
                  </a:cubicBezTo>
                  <a:cubicBezTo>
                    <a:pt x="322657" y="152885"/>
                    <a:pt x="338067" y="161036"/>
                    <a:pt x="353859" y="168295"/>
                  </a:cubicBezTo>
                  <a:cubicBezTo>
                    <a:pt x="372771" y="177019"/>
                    <a:pt x="378184" y="190391"/>
                    <a:pt x="374045" y="210576"/>
                  </a:cubicBezTo>
                  <a:cubicBezTo>
                    <a:pt x="364557" y="257252"/>
                    <a:pt x="354942" y="303863"/>
                    <a:pt x="344244" y="350284"/>
                  </a:cubicBezTo>
                  <a:cubicBezTo>
                    <a:pt x="341124" y="363719"/>
                    <a:pt x="339277" y="377219"/>
                    <a:pt x="339341" y="391037"/>
                  </a:cubicBezTo>
                  <a:cubicBezTo>
                    <a:pt x="339468" y="412560"/>
                    <a:pt x="347682" y="426951"/>
                    <a:pt x="371179" y="426823"/>
                  </a:cubicBezTo>
                  <a:cubicBezTo>
                    <a:pt x="388627" y="426696"/>
                    <a:pt x="393976" y="435101"/>
                    <a:pt x="391683" y="450893"/>
                  </a:cubicBezTo>
                  <a:cubicBezTo>
                    <a:pt x="391174" y="454523"/>
                    <a:pt x="390601" y="458152"/>
                    <a:pt x="390601" y="461846"/>
                  </a:cubicBezTo>
                  <a:cubicBezTo>
                    <a:pt x="390728" y="478274"/>
                    <a:pt x="397351" y="490882"/>
                    <a:pt x="413970" y="494639"/>
                  </a:cubicBezTo>
                  <a:cubicBezTo>
                    <a:pt x="429571" y="498205"/>
                    <a:pt x="441033" y="490054"/>
                    <a:pt x="446700" y="475918"/>
                  </a:cubicBezTo>
                  <a:cubicBezTo>
                    <a:pt x="454341" y="456879"/>
                    <a:pt x="462174" y="451657"/>
                    <a:pt x="480003" y="467576"/>
                  </a:cubicBezTo>
                  <a:cubicBezTo>
                    <a:pt x="496559" y="482350"/>
                    <a:pt x="512606" y="477128"/>
                    <a:pt x="523303" y="454395"/>
                  </a:cubicBezTo>
                  <a:cubicBezTo>
                    <a:pt x="531772" y="436247"/>
                    <a:pt x="537758" y="429052"/>
                    <a:pt x="555269" y="446945"/>
                  </a:cubicBezTo>
                  <a:cubicBezTo>
                    <a:pt x="567113" y="459044"/>
                    <a:pt x="582523" y="450447"/>
                    <a:pt x="588572" y="429561"/>
                  </a:cubicBezTo>
                  <a:cubicBezTo>
                    <a:pt x="596977" y="400461"/>
                    <a:pt x="599461" y="370151"/>
                    <a:pt x="604619" y="340414"/>
                  </a:cubicBezTo>
                  <a:cubicBezTo>
                    <a:pt x="606083" y="331690"/>
                    <a:pt x="604746" y="321820"/>
                    <a:pt x="613088" y="315261"/>
                  </a:cubicBezTo>
                  <a:close/>
                </a:path>
              </a:pathLst>
            </a:custGeom>
            <a:solidFill>
              <a:srgbClr val="84391C"/>
            </a:solidFill>
            <a:ln w="6367" cap="flat">
              <a:noFill/>
              <a:prstDash val="solid"/>
              <a:miter/>
            </a:ln>
          </p:spPr>
          <p:txBody>
            <a:bodyPr rtlCol="0" anchor="ctr"/>
            <a:lstStyle/>
            <a:p>
              <a:endParaRPr lang="ko-KR" altLang="en-US"/>
            </a:p>
          </p:txBody>
        </p:sp>
        <p:sp>
          <p:nvSpPr>
            <p:cNvPr id="41" name="자유형: 도형 40">
              <a:extLst>
                <a:ext uri="{FF2B5EF4-FFF2-40B4-BE49-F238E27FC236}">
                  <a16:creationId xmlns:a16="http://schemas.microsoft.com/office/drawing/2014/main" id="{C356417A-93CF-018A-0481-3E112BD66D9D}"/>
                </a:ext>
              </a:extLst>
            </p:cNvPr>
            <p:cNvSpPr/>
            <p:nvPr/>
          </p:nvSpPr>
          <p:spPr>
            <a:xfrm>
              <a:off x="4275335" y="-63"/>
              <a:ext cx="714751" cy="1048572"/>
            </a:xfrm>
            <a:custGeom>
              <a:avLst/>
              <a:gdLst>
                <a:gd name="connsiteX0" fmla="*/ 700779 w 714751"/>
                <a:gd name="connsiteY0" fmla="*/ 163713 h 1048572"/>
                <a:gd name="connsiteX1" fmla="*/ 676008 w 714751"/>
                <a:gd name="connsiteY1" fmla="*/ 322460 h 1048572"/>
                <a:gd name="connsiteX2" fmla="*/ 534264 w 714751"/>
                <a:gd name="connsiteY2" fmla="*/ 433831 h 1048572"/>
                <a:gd name="connsiteX3" fmla="*/ 251857 w 714751"/>
                <a:gd name="connsiteY3" fmla="*/ 560548 h 1048572"/>
                <a:gd name="connsiteX4" fmla="*/ 224030 w 714751"/>
                <a:gd name="connsiteY4" fmla="*/ 589839 h 1048572"/>
                <a:gd name="connsiteX5" fmla="*/ 229634 w 714751"/>
                <a:gd name="connsiteY5" fmla="*/ 724070 h 1048572"/>
                <a:gd name="connsiteX6" fmla="*/ 346162 w 714751"/>
                <a:gd name="connsiteY6" fmla="*/ 1017366 h 1048572"/>
                <a:gd name="connsiteX7" fmla="*/ 344379 w 714751"/>
                <a:gd name="connsiteY7" fmla="*/ 1044046 h 1048572"/>
                <a:gd name="connsiteX8" fmla="*/ 311713 w 714751"/>
                <a:gd name="connsiteY8" fmla="*/ 1039207 h 1048572"/>
                <a:gd name="connsiteX9" fmla="*/ 185187 w 714751"/>
                <a:gd name="connsiteY9" fmla="*/ 1025453 h 1048572"/>
                <a:gd name="connsiteX10" fmla="*/ 15233 w 714751"/>
                <a:gd name="connsiteY10" fmla="*/ 605886 h 1048572"/>
                <a:gd name="connsiteX11" fmla="*/ 153221 w 714751"/>
                <a:gd name="connsiteY11" fmla="*/ 315137 h 1048572"/>
                <a:gd name="connsiteX12" fmla="*/ 351829 w 714751"/>
                <a:gd name="connsiteY12" fmla="*/ 236751 h 1048572"/>
                <a:gd name="connsiteX13" fmla="*/ 487907 w 714751"/>
                <a:gd name="connsiteY13" fmla="*/ 126335 h 1048572"/>
                <a:gd name="connsiteX14" fmla="*/ 515797 w 714751"/>
                <a:gd name="connsiteY14" fmla="*/ 0 h 1048572"/>
                <a:gd name="connsiteX15" fmla="*/ 700779 w 714751"/>
                <a:gd name="connsiteY15" fmla="*/ 163713 h 1048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751" h="1048572">
                  <a:moveTo>
                    <a:pt x="700779" y="163713"/>
                  </a:moveTo>
                  <a:cubicBezTo>
                    <a:pt x="727205" y="222041"/>
                    <a:pt x="714597" y="274384"/>
                    <a:pt x="676008" y="322460"/>
                  </a:cubicBezTo>
                  <a:cubicBezTo>
                    <a:pt x="637420" y="370536"/>
                    <a:pt x="587179" y="403966"/>
                    <a:pt x="534264" y="433831"/>
                  </a:cubicBezTo>
                  <a:cubicBezTo>
                    <a:pt x="464729" y="473183"/>
                    <a:pt x="327377" y="535204"/>
                    <a:pt x="251857" y="560548"/>
                  </a:cubicBezTo>
                  <a:cubicBezTo>
                    <a:pt x="236065" y="565833"/>
                    <a:pt x="229570" y="574875"/>
                    <a:pt x="224030" y="589839"/>
                  </a:cubicBezTo>
                  <a:cubicBezTo>
                    <a:pt x="206964" y="635814"/>
                    <a:pt x="209957" y="678350"/>
                    <a:pt x="229634" y="724070"/>
                  </a:cubicBezTo>
                  <a:cubicBezTo>
                    <a:pt x="271151" y="820731"/>
                    <a:pt x="308083" y="919303"/>
                    <a:pt x="346162" y="1017366"/>
                  </a:cubicBezTo>
                  <a:cubicBezTo>
                    <a:pt x="349219" y="1025198"/>
                    <a:pt x="362973" y="1035896"/>
                    <a:pt x="344379" y="1044046"/>
                  </a:cubicBezTo>
                  <a:cubicBezTo>
                    <a:pt x="331899" y="1049459"/>
                    <a:pt x="323366" y="1052261"/>
                    <a:pt x="311713" y="1039207"/>
                  </a:cubicBezTo>
                  <a:cubicBezTo>
                    <a:pt x="273252" y="996034"/>
                    <a:pt x="238867" y="993232"/>
                    <a:pt x="185187" y="1025453"/>
                  </a:cubicBezTo>
                  <a:cubicBezTo>
                    <a:pt x="128324" y="885682"/>
                    <a:pt x="69550" y="746611"/>
                    <a:pt x="15233" y="605886"/>
                  </a:cubicBezTo>
                  <a:cubicBezTo>
                    <a:pt x="-31060" y="485918"/>
                    <a:pt x="31917" y="357482"/>
                    <a:pt x="153221" y="315137"/>
                  </a:cubicBezTo>
                  <a:cubicBezTo>
                    <a:pt x="198113" y="299472"/>
                    <a:pt x="307001" y="252797"/>
                    <a:pt x="351829" y="236751"/>
                  </a:cubicBezTo>
                  <a:cubicBezTo>
                    <a:pt x="409966" y="215928"/>
                    <a:pt x="454859" y="178104"/>
                    <a:pt x="487907" y="126335"/>
                  </a:cubicBezTo>
                  <a:cubicBezTo>
                    <a:pt x="511276" y="89784"/>
                    <a:pt x="522738" y="49923"/>
                    <a:pt x="515797" y="0"/>
                  </a:cubicBezTo>
                  <a:cubicBezTo>
                    <a:pt x="590872" y="44765"/>
                    <a:pt x="659261" y="88638"/>
                    <a:pt x="700779" y="163713"/>
                  </a:cubicBezTo>
                  <a:close/>
                </a:path>
              </a:pathLst>
            </a:custGeom>
            <a:solidFill>
              <a:srgbClr val="753D2C"/>
            </a:solidFill>
            <a:ln w="6367" cap="flat">
              <a:noFill/>
              <a:prstDash val="solid"/>
              <a:miter/>
            </a:ln>
          </p:spPr>
          <p:txBody>
            <a:bodyPr rtlCol="0" anchor="ctr"/>
            <a:lstStyle/>
            <a:p>
              <a:endParaRPr lang="ko-KR" altLang="en-US"/>
            </a:p>
          </p:txBody>
        </p:sp>
        <p:sp>
          <p:nvSpPr>
            <p:cNvPr id="42" name="자유형: 도형 41">
              <a:extLst>
                <a:ext uri="{FF2B5EF4-FFF2-40B4-BE49-F238E27FC236}">
                  <a16:creationId xmlns:a16="http://schemas.microsoft.com/office/drawing/2014/main" id="{5950A05B-ED25-125A-083F-8A984B5529E1}"/>
                </a:ext>
              </a:extLst>
            </p:cNvPr>
            <p:cNvSpPr/>
            <p:nvPr/>
          </p:nvSpPr>
          <p:spPr>
            <a:xfrm>
              <a:off x="5993925" y="2028107"/>
              <a:ext cx="309695" cy="399595"/>
            </a:xfrm>
            <a:custGeom>
              <a:avLst/>
              <a:gdLst>
                <a:gd name="connsiteX0" fmla="*/ 309215 w 309695"/>
                <a:gd name="connsiteY0" fmla="*/ 209689 h 399595"/>
                <a:gd name="connsiteX1" fmla="*/ 292277 w 309695"/>
                <a:gd name="connsiteY1" fmla="*/ 326281 h 399595"/>
                <a:gd name="connsiteX2" fmla="*/ 261903 w 309695"/>
                <a:gd name="connsiteY2" fmla="*/ 357419 h 399595"/>
                <a:gd name="connsiteX3" fmla="*/ 234204 w 309695"/>
                <a:gd name="connsiteY3" fmla="*/ 332203 h 399595"/>
                <a:gd name="connsiteX4" fmla="*/ 192304 w 309695"/>
                <a:gd name="connsiteY4" fmla="*/ 380024 h 399595"/>
                <a:gd name="connsiteX5" fmla="*/ 158683 w 309695"/>
                <a:gd name="connsiteY5" fmla="*/ 351370 h 399595"/>
                <a:gd name="connsiteX6" fmla="*/ 103794 w 309695"/>
                <a:gd name="connsiteY6" fmla="*/ 397090 h 399595"/>
                <a:gd name="connsiteX7" fmla="*/ 83289 w 309695"/>
                <a:gd name="connsiteY7" fmla="*/ 329656 h 399595"/>
                <a:gd name="connsiteX8" fmla="*/ 28973 w 309695"/>
                <a:gd name="connsiteY8" fmla="*/ 264642 h 399595"/>
                <a:gd name="connsiteX9" fmla="*/ 64314 w 309695"/>
                <a:gd name="connsiteY9" fmla="*/ 101120 h 399595"/>
                <a:gd name="connsiteX10" fmla="*/ 50241 w 309695"/>
                <a:gd name="connsiteY10" fmla="*/ 71446 h 399595"/>
                <a:gd name="connsiteX11" fmla="*/ 0 w 309695"/>
                <a:gd name="connsiteY11" fmla="*/ 44193 h 399595"/>
                <a:gd name="connsiteX12" fmla="*/ 28591 w 309695"/>
                <a:gd name="connsiteY12" fmla="*/ 16429 h 399595"/>
                <a:gd name="connsiteX13" fmla="*/ 185172 w 309695"/>
                <a:gd name="connsiteY13" fmla="*/ 32476 h 399595"/>
                <a:gd name="connsiteX14" fmla="*/ 204339 w 309695"/>
                <a:gd name="connsiteY14" fmla="*/ 42792 h 399595"/>
                <a:gd name="connsiteX15" fmla="*/ 272856 w 309695"/>
                <a:gd name="connsiteY15" fmla="*/ 96344 h 399595"/>
                <a:gd name="connsiteX16" fmla="*/ 309215 w 309695"/>
                <a:gd name="connsiteY16" fmla="*/ 209689 h 399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9695" h="399595">
                  <a:moveTo>
                    <a:pt x="309215" y="209689"/>
                  </a:moveTo>
                  <a:cubicBezTo>
                    <a:pt x="308196" y="249232"/>
                    <a:pt x="299345" y="287629"/>
                    <a:pt x="292277" y="326281"/>
                  </a:cubicBezTo>
                  <a:cubicBezTo>
                    <a:pt x="289029" y="344047"/>
                    <a:pt x="278204" y="353981"/>
                    <a:pt x="261903" y="357419"/>
                  </a:cubicBezTo>
                  <a:cubicBezTo>
                    <a:pt x="244647" y="361049"/>
                    <a:pt x="242609" y="344302"/>
                    <a:pt x="234204" y="332203"/>
                  </a:cubicBezTo>
                  <a:cubicBezTo>
                    <a:pt x="227581" y="355955"/>
                    <a:pt x="218985" y="376713"/>
                    <a:pt x="192304" y="380024"/>
                  </a:cubicBezTo>
                  <a:cubicBezTo>
                    <a:pt x="173392" y="382380"/>
                    <a:pt x="168935" y="365888"/>
                    <a:pt x="158683" y="351370"/>
                  </a:cubicBezTo>
                  <a:cubicBezTo>
                    <a:pt x="148622" y="378496"/>
                    <a:pt x="139134" y="408552"/>
                    <a:pt x="103794" y="397090"/>
                  </a:cubicBezTo>
                  <a:cubicBezTo>
                    <a:pt x="68962" y="385755"/>
                    <a:pt x="78959" y="355636"/>
                    <a:pt x="83289" y="329656"/>
                  </a:cubicBezTo>
                  <a:cubicBezTo>
                    <a:pt x="34577" y="331757"/>
                    <a:pt x="19231" y="313737"/>
                    <a:pt x="28973" y="264642"/>
                  </a:cubicBezTo>
                  <a:cubicBezTo>
                    <a:pt x="39798" y="209943"/>
                    <a:pt x="51260" y="155309"/>
                    <a:pt x="64314" y="101120"/>
                  </a:cubicBezTo>
                  <a:cubicBezTo>
                    <a:pt x="68198" y="85009"/>
                    <a:pt x="64123" y="77941"/>
                    <a:pt x="50241" y="71446"/>
                  </a:cubicBezTo>
                  <a:cubicBezTo>
                    <a:pt x="32985" y="63423"/>
                    <a:pt x="16747" y="53362"/>
                    <a:pt x="0" y="44193"/>
                  </a:cubicBezTo>
                  <a:cubicBezTo>
                    <a:pt x="2165" y="27318"/>
                    <a:pt x="15155" y="21651"/>
                    <a:pt x="28591" y="16429"/>
                  </a:cubicBezTo>
                  <a:cubicBezTo>
                    <a:pt x="84436" y="-13626"/>
                    <a:pt x="135632" y="1020"/>
                    <a:pt x="185172" y="32476"/>
                  </a:cubicBezTo>
                  <a:cubicBezTo>
                    <a:pt x="191286" y="36360"/>
                    <a:pt x="197972" y="39353"/>
                    <a:pt x="204339" y="42792"/>
                  </a:cubicBezTo>
                  <a:cubicBezTo>
                    <a:pt x="228664" y="58711"/>
                    <a:pt x="252033" y="75458"/>
                    <a:pt x="272856" y="96344"/>
                  </a:cubicBezTo>
                  <a:cubicBezTo>
                    <a:pt x="304822" y="128501"/>
                    <a:pt x="311762" y="167216"/>
                    <a:pt x="309215" y="209689"/>
                  </a:cubicBezTo>
                  <a:close/>
                </a:path>
              </a:pathLst>
            </a:custGeom>
            <a:solidFill>
              <a:srgbClr val="FEC8B2"/>
            </a:solidFill>
            <a:ln w="6367" cap="flat">
              <a:noFill/>
              <a:prstDash val="solid"/>
              <a:miter/>
            </a:ln>
          </p:spPr>
          <p:txBody>
            <a:bodyPr rtlCol="0" anchor="ctr"/>
            <a:lstStyle/>
            <a:p>
              <a:endParaRPr lang="ko-KR" altLang="en-US"/>
            </a:p>
          </p:txBody>
        </p:sp>
        <p:sp>
          <p:nvSpPr>
            <p:cNvPr id="43" name="자유형: 도형 42">
              <a:extLst>
                <a:ext uri="{FF2B5EF4-FFF2-40B4-BE49-F238E27FC236}">
                  <a16:creationId xmlns:a16="http://schemas.microsoft.com/office/drawing/2014/main" id="{0A0428A2-215F-42F2-3C48-F2DDF032AB7D}"/>
                </a:ext>
              </a:extLst>
            </p:cNvPr>
            <p:cNvSpPr/>
            <p:nvPr/>
          </p:nvSpPr>
          <p:spPr>
            <a:xfrm>
              <a:off x="4337870" y="3121886"/>
              <a:ext cx="299227" cy="334156"/>
            </a:xfrm>
            <a:custGeom>
              <a:avLst/>
              <a:gdLst>
                <a:gd name="connsiteX0" fmla="*/ 1730 w 299227"/>
                <a:gd name="connsiteY0" fmla="*/ 94369 h 334156"/>
                <a:gd name="connsiteX1" fmla="*/ 182445 w 299227"/>
                <a:gd name="connsiteY1" fmla="*/ 0 h 334156"/>
                <a:gd name="connsiteX2" fmla="*/ 290759 w 299227"/>
                <a:gd name="connsiteY2" fmla="*/ 132384 h 334156"/>
                <a:gd name="connsiteX3" fmla="*/ 287002 w 299227"/>
                <a:gd name="connsiteY3" fmla="*/ 268716 h 334156"/>
                <a:gd name="connsiteX4" fmla="*/ 274840 w 299227"/>
                <a:gd name="connsiteY4" fmla="*/ 278777 h 334156"/>
                <a:gd name="connsiteX5" fmla="*/ 166016 w 299227"/>
                <a:gd name="connsiteY5" fmla="*/ 330865 h 334156"/>
                <a:gd name="connsiteX6" fmla="*/ 133350 w 299227"/>
                <a:gd name="connsiteY6" fmla="*/ 326663 h 334156"/>
                <a:gd name="connsiteX7" fmla="*/ 81008 w 299227"/>
                <a:gd name="connsiteY7" fmla="*/ 308069 h 334156"/>
                <a:gd name="connsiteX8" fmla="*/ 23125 w 299227"/>
                <a:gd name="connsiteY8" fmla="*/ 263368 h 334156"/>
                <a:gd name="connsiteX9" fmla="*/ 1730 w 299227"/>
                <a:gd name="connsiteY9" fmla="*/ 94369 h 33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9227" h="334156">
                  <a:moveTo>
                    <a:pt x="1730" y="94369"/>
                  </a:moveTo>
                  <a:cubicBezTo>
                    <a:pt x="73494" y="116083"/>
                    <a:pt x="164106" y="68771"/>
                    <a:pt x="182445" y="0"/>
                  </a:cubicBezTo>
                  <a:cubicBezTo>
                    <a:pt x="226955" y="37378"/>
                    <a:pt x="268090" y="81061"/>
                    <a:pt x="290759" y="132384"/>
                  </a:cubicBezTo>
                  <a:cubicBezTo>
                    <a:pt x="308461" y="172437"/>
                    <a:pt x="294007" y="223124"/>
                    <a:pt x="287002" y="268716"/>
                  </a:cubicBezTo>
                  <a:cubicBezTo>
                    <a:pt x="286429" y="272665"/>
                    <a:pt x="279552" y="276485"/>
                    <a:pt x="274840" y="278777"/>
                  </a:cubicBezTo>
                  <a:cubicBezTo>
                    <a:pt x="238672" y="296352"/>
                    <a:pt x="203458" y="315774"/>
                    <a:pt x="166016" y="330865"/>
                  </a:cubicBezTo>
                  <a:cubicBezTo>
                    <a:pt x="153026" y="336087"/>
                    <a:pt x="142583" y="335386"/>
                    <a:pt x="133350" y="326663"/>
                  </a:cubicBezTo>
                  <a:cubicBezTo>
                    <a:pt x="118386" y="312526"/>
                    <a:pt x="101512" y="308324"/>
                    <a:pt x="81008" y="308069"/>
                  </a:cubicBezTo>
                  <a:cubicBezTo>
                    <a:pt x="52226" y="307750"/>
                    <a:pt x="34587" y="283935"/>
                    <a:pt x="23125" y="263368"/>
                  </a:cubicBezTo>
                  <a:cubicBezTo>
                    <a:pt x="-6039" y="210962"/>
                    <a:pt x="-53" y="151933"/>
                    <a:pt x="1730" y="94369"/>
                  </a:cubicBezTo>
                  <a:close/>
                </a:path>
              </a:pathLst>
            </a:custGeom>
            <a:solidFill>
              <a:srgbClr val="FEC8B2"/>
            </a:solidFill>
            <a:ln w="6367" cap="flat">
              <a:noFill/>
              <a:prstDash val="solid"/>
              <a:miter/>
            </a:ln>
          </p:spPr>
          <p:txBody>
            <a:bodyPr rtlCol="0" anchor="ctr"/>
            <a:lstStyle/>
            <a:p>
              <a:endParaRPr lang="ko-KR" altLang="en-US"/>
            </a:p>
          </p:txBody>
        </p:sp>
        <p:sp>
          <p:nvSpPr>
            <p:cNvPr id="44" name="자유형: 도형 43">
              <a:extLst>
                <a:ext uri="{FF2B5EF4-FFF2-40B4-BE49-F238E27FC236}">
                  <a16:creationId xmlns:a16="http://schemas.microsoft.com/office/drawing/2014/main" id="{3E94767A-F290-3F5F-85CE-A624929B8914}"/>
                </a:ext>
              </a:extLst>
            </p:cNvPr>
            <p:cNvSpPr/>
            <p:nvPr/>
          </p:nvSpPr>
          <p:spPr>
            <a:xfrm>
              <a:off x="5651078" y="1916403"/>
              <a:ext cx="771456" cy="1066360"/>
            </a:xfrm>
            <a:custGeom>
              <a:avLst/>
              <a:gdLst>
                <a:gd name="connsiteX0" fmla="*/ 64197 w 771456"/>
                <a:gd name="connsiteY0" fmla="*/ 5046 h 1066360"/>
                <a:gd name="connsiteX1" fmla="*/ 46304 w 771456"/>
                <a:gd name="connsiteY1" fmla="*/ 30644 h 1066360"/>
                <a:gd name="connsiteX2" fmla="*/ 62669 w 771456"/>
                <a:gd name="connsiteY2" fmla="*/ 616535 h 1066360"/>
                <a:gd name="connsiteX3" fmla="*/ 109980 w 771456"/>
                <a:gd name="connsiteY3" fmla="*/ 694094 h 1066360"/>
                <a:gd name="connsiteX4" fmla="*/ 743884 w 771456"/>
                <a:gd name="connsiteY4" fmla="*/ 1026296 h 1066360"/>
                <a:gd name="connsiteX5" fmla="*/ 771456 w 771456"/>
                <a:gd name="connsiteY5" fmla="*/ 1029989 h 1066360"/>
                <a:gd name="connsiteX6" fmla="*/ 705168 w 771456"/>
                <a:gd name="connsiteY6" fmla="*/ 1057371 h 1066360"/>
                <a:gd name="connsiteX7" fmla="*/ 47704 w 771456"/>
                <a:gd name="connsiteY7" fmla="*/ 714789 h 1066360"/>
                <a:gd name="connsiteX8" fmla="*/ 28092 w 771456"/>
                <a:gd name="connsiteY8" fmla="*/ 666076 h 1066360"/>
                <a:gd name="connsiteX9" fmla="*/ 11 w 771456"/>
                <a:gd name="connsiteY9" fmla="*/ 50639 h 1066360"/>
                <a:gd name="connsiteX10" fmla="*/ 34205 w 771456"/>
                <a:gd name="connsiteY10" fmla="*/ 3136 h 1066360"/>
                <a:gd name="connsiteX11" fmla="*/ 64197 w 771456"/>
                <a:gd name="connsiteY11" fmla="*/ 5046 h 106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1456" h="1066360">
                  <a:moveTo>
                    <a:pt x="64197" y="5046"/>
                  </a:moveTo>
                  <a:cubicBezTo>
                    <a:pt x="50825" y="4346"/>
                    <a:pt x="46304" y="18355"/>
                    <a:pt x="46304" y="30644"/>
                  </a:cubicBezTo>
                  <a:cubicBezTo>
                    <a:pt x="46240" y="131954"/>
                    <a:pt x="61841" y="526114"/>
                    <a:pt x="62669" y="616535"/>
                  </a:cubicBezTo>
                  <a:cubicBezTo>
                    <a:pt x="62987" y="652959"/>
                    <a:pt x="75277" y="676392"/>
                    <a:pt x="109980" y="694094"/>
                  </a:cubicBezTo>
                  <a:cubicBezTo>
                    <a:pt x="272102" y="776555"/>
                    <a:pt x="693834" y="999679"/>
                    <a:pt x="743884" y="1026296"/>
                  </a:cubicBezTo>
                  <a:cubicBezTo>
                    <a:pt x="752480" y="1030881"/>
                    <a:pt x="761077" y="1038140"/>
                    <a:pt x="771456" y="1029989"/>
                  </a:cubicBezTo>
                  <a:cubicBezTo>
                    <a:pt x="760376" y="1066222"/>
                    <a:pt x="739808" y="1075455"/>
                    <a:pt x="705168" y="1057371"/>
                  </a:cubicBezTo>
                  <a:cubicBezTo>
                    <a:pt x="547122" y="974845"/>
                    <a:pt x="101957" y="738922"/>
                    <a:pt x="47704" y="714789"/>
                  </a:cubicBezTo>
                  <a:cubicBezTo>
                    <a:pt x="33568" y="701608"/>
                    <a:pt x="28283" y="685625"/>
                    <a:pt x="28092" y="666076"/>
                  </a:cubicBezTo>
                  <a:cubicBezTo>
                    <a:pt x="27774" y="627870"/>
                    <a:pt x="-626" y="86107"/>
                    <a:pt x="11" y="50639"/>
                  </a:cubicBezTo>
                  <a:cubicBezTo>
                    <a:pt x="393" y="27015"/>
                    <a:pt x="12109" y="10586"/>
                    <a:pt x="34205" y="3136"/>
                  </a:cubicBezTo>
                  <a:cubicBezTo>
                    <a:pt x="38726" y="-1321"/>
                    <a:pt x="45094" y="-1321"/>
                    <a:pt x="64197" y="5046"/>
                  </a:cubicBezTo>
                  <a:close/>
                </a:path>
              </a:pathLst>
            </a:custGeom>
            <a:solidFill>
              <a:srgbClr val="A54622"/>
            </a:solidFill>
            <a:ln w="6367" cap="flat">
              <a:noFill/>
              <a:prstDash val="solid"/>
              <a:miter/>
            </a:ln>
          </p:spPr>
          <p:txBody>
            <a:bodyPr rtlCol="0" anchor="ctr"/>
            <a:lstStyle/>
            <a:p>
              <a:endParaRPr lang="ko-KR" altLang="en-US"/>
            </a:p>
          </p:txBody>
        </p:sp>
        <p:sp>
          <p:nvSpPr>
            <p:cNvPr id="45" name="자유형: 도형 44">
              <a:extLst>
                <a:ext uri="{FF2B5EF4-FFF2-40B4-BE49-F238E27FC236}">
                  <a16:creationId xmlns:a16="http://schemas.microsoft.com/office/drawing/2014/main" id="{B3096D1B-D97E-150D-7AED-D3604EC91F58}"/>
                </a:ext>
              </a:extLst>
            </p:cNvPr>
            <p:cNvSpPr/>
            <p:nvPr/>
          </p:nvSpPr>
          <p:spPr>
            <a:xfrm>
              <a:off x="4524390" y="1137556"/>
              <a:ext cx="100653" cy="48215"/>
            </a:xfrm>
            <a:custGeom>
              <a:avLst/>
              <a:gdLst>
                <a:gd name="connsiteX0" fmla="*/ 0 w 100653"/>
                <a:gd name="connsiteY0" fmla="*/ 9837 h 48215"/>
                <a:gd name="connsiteX1" fmla="*/ 81124 w 100653"/>
                <a:gd name="connsiteY1" fmla="*/ 859 h 48215"/>
                <a:gd name="connsiteX2" fmla="*/ 91631 w 100653"/>
                <a:gd name="connsiteY2" fmla="*/ 13658 h 48215"/>
                <a:gd name="connsiteX3" fmla="*/ 99909 w 100653"/>
                <a:gd name="connsiteY3" fmla="*/ 47597 h 48215"/>
                <a:gd name="connsiteX4" fmla="*/ 0 w 100653"/>
                <a:gd name="connsiteY4" fmla="*/ 9837 h 482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653" h="48215">
                  <a:moveTo>
                    <a:pt x="0" y="9837"/>
                  </a:moveTo>
                  <a:cubicBezTo>
                    <a:pt x="26744" y="4870"/>
                    <a:pt x="54889" y="15504"/>
                    <a:pt x="81124" y="859"/>
                  </a:cubicBezTo>
                  <a:cubicBezTo>
                    <a:pt x="88447" y="-3217"/>
                    <a:pt x="89848" y="8245"/>
                    <a:pt x="91631" y="13658"/>
                  </a:cubicBezTo>
                  <a:cubicBezTo>
                    <a:pt x="95261" y="24737"/>
                    <a:pt x="103093" y="34862"/>
                    <a:pt x="99909" y="47597"/>
                  </a:cubicBezTo>
                  <a:cubicBezTo>
                    <a:pt x="60429" y="51482"/>
                    <a:pt x="27891" y="36836"/>
                    <a:pt x="0" y="9837"/>
                  </a:cubicBezTo>
                  <a:close/>
                </a:path>
              </a:pathLst>
            </a:custGeom>
            <a:solidFill>
              <a:srgbClr val="763F2E"/>
            </a:solidFill>
            <a:ln w="6367" cap="flat">
              <a:noFill/>
              <a:prstDash val="solid"/>
              <a:miter/>
            </a:ln>
          </p:spPr>
          <p:txBody>
            <a:bodyPr rtlCol="0" anchor="ctr"/>
            <a:lstStyle/>
            <a:p>
              <a:endParaRPr lang="ko-KR" altLang="en-US"/>
            </a:p>
          </p:txBody>
        </p:sp>
        <p:sp>
          <p:nvSpPr>
            <p:cNvPr id="46" name="자유형: 도형 45">
              <a:extLst>
                <a:ext uri="{FF2B5EF4-FFF2-40B4-BE49-F238E27FC236}">
                  <a16:creationId xmlns:a16="http://schemas.microsoft.com/office/drawing/2014/main" id="{8C8718DE-62AD-4AAC-A1F6-2D7D70722854}"/>
                </a:ext>
              </a:extLst>
            </p:cNvPr>
            <p:cNvSpPr/>
            <p:nvPr/>
          </p:nvSpPr>
          <p:spPr>
            <a:xfrm>
              <a:off x="4970255" y="258565"/>
              <a:ext cx="106913" cy="263266"/>
            </a:xfrm>
            <a:custGeom>
              <a:avLst/>
              <a:gdLst>
                <a:gd name="connsiteX0" fmla="*/ 106914 w 106913"/>
                <a:gd name="connsiteY0" fmla="*/ 261802 h 263266"/>
                <a:gd name="connsiteX1" fmla="*/ 104558 w 106913"/>
                <a:gd name="connsiteY1" fmla="*/ 263266 h 263266"/>
                <a:gd name="connsiteX2" fmla="*/ 0 w 106913"/>
                <a:gd name="connsiteY2" fmla="*/ 39187 h 263266"/>
                <a:gd name="connsiteX3" fmla="*/ 12735 w 106913"/>
                <a:gd name="connsiteY3" fmla="*/ 981 h 263266"/>
                <a:gd name="connsiteX4" fmla="*/ 106914 w 106913"/>
                <a:gd name="connsiteY4" fmla="*/ 261802 h 2632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913" h="263266">
                  <a:moveTo>
                    <a:pt x="106914" y="261802"/>
                  </a:moveTo>
                  <a:cubicBezTo>
                    <a:pt x="106149" y="262311"/>
                    <a:pt x="105322" y="262757"/>
                    <a:pt x="104558" y="263266"/>
                  </a:cubicBezTo>
                  <a:cubicBezTo>
                    <a:pt x="77941" y="205575"/>
                    <a:pt x="15856" y="100763"/>
                    <a:pt x="0" y="39187"/>
                  </a:cubicBezTo>
                  <a:cubicBezTo>
                    <a:pt x="6368" y="20084"/>
                    <a:pt x="9870" y="-5323"/>
                    <a:pt x="12735" y="981"/>
                  </a:cubicBezTo>
                  <a:cubicBezTo>
                    <a:pt x="44574" y="70962"/>
                    <a:pt x="92586" y="212325"/>
                    <a:pt x="106914" y="261802"/>
                  </a:cubicBezTo>
                  <a:close/>
                </a:path>
              </a:pathLst>
            </a:custGeom>
            <a:solidFill>
              <a:srgbClr val="915E4E"/>
            </a:solidFill>
            <a:ln w="6367" cap="flat">
              <a:noFill/>
              <a:prstDash val="solid"/>
              <a:miter/>
            </a:ln>
          </p:spPr>
          <p:txBody>
            <a:bodyPr rtlCol="0" anchor="ctr"/>
            <a:lstStyle/>
            <a:p>
              <a:endParaRPr lang="ko-KR" altLang="en-US"/>
            </a:p>
          </p:txBody>
        </p:sp>
        <p:sp>
          <p:nvSpPr>
            <p:cNvPr id="47" name="자유형: 도형 46">
              <a:extLst>
                <a:ext uri="{FF2B5EF4-FFF2-40B4-BE49-F238E27FC236}">
                  <a16:creationId xmlns:a16="http://schemas.microsoft.com/office/drawing/2014/main" id="{3F57B15E-5303-00CE-4CB4-9BC5F8880977}"/>
                </a:ext>
              </a:extLst>
            </p:cNvPr>
            <p:cNvSpPr/>
            <p:nvPr/>
          </p:nvSpPr>
          <p:spPr>
            <a:xfrm>
              <a:off x="5066494" y="1488447"/>
              <a:ext cx="448123" cy="1008004"/>
            </a:xfrm>
            <a:custGeom>
              <a:avLst/>
              <a:gdLst>
                <a:gd name="connsiteX0" fmla="*/ 415214 w 448123"/>
                <a:gd name="connsiteY0" fmla="*/ 1008005 h 1008004"/>
                <a:gd name="connsiteX1" fmla="*/ 298749 w 448123"/>
                <a:gd name="connsiteY1" fmla="*/ 963495 h 1008004"/>
                <a:gd name="connsiteX2" fmla="*/ 273087 w 448123"/>
                <a:gd name="connsiteY2" fmla="*/ 934840 h 1008004"/>
                <a:gd name="connsiteX3" fmla="*/ 29714 w 448123"/>
                <a:gd name="connsiteY3" fmla="*/ 116465 h 1008004"/>
                <a:gd name="connsiteX4" fmla="*/ 5326 w 448123"/>
                <a:gd name="connsiteY4" fmla="*/ 86218 h 1008004"/>
                <a:gd name="connsiteX5" fmla="*/ 486 w 448123"/>
                <a:gd name="connsiteY5" fmla="*/ 72719 h 1008004"/>
                <a:gd name="connsiteX6" fmla="*/ 5644 w 448123"/>
                <a:gd name="connsiteY6" fmla="*/ 0 h 1008004"/>
                <a:gd name="connsiteX7" fmla="*/ 52701 w 448123"/>
                <a:gd name="connsiteY7" fmla="*/ 33367 h 1008004"/>
                <a:gd name="connsiteX8" fmla="*/ 65946 w 448123"/>
                <a:gd name="connsiteY8" fmla="*/ 64059 h 1008004"/>
                <a:gd name="connsiteX9" fmla="*/ 72059 w 448123"/>
                <a:gd name="connsiteY9" fmla="*/ 91695 h 1008004"/>
                <a:gd name="connsiteX10" fmla="*/ 437946 w 448123"/>
                <a:gd name="connsiteY10" fmla="*/ 866324 h 1008004"/>
                <a:gd name="connsiteX11" fmla="*/ 441258 w 448123"/>
                <a:gd name="connsiteY11" fmla="*/ 936751 h 1008004"/>
                <a:gd name="connsiteX12" fmla="*/ 415214 w 448123"/>
                <a:gd name="connsiteY12" fmla="*/ 1008005 h 1008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8123" h="1008004">
                  <a:moveTo>
                    <a:pt x="415214" y="1008005"/>
                  </a:moveTo>
                  <a:cubicBezTo>
                    <a:pt x="375670" y="992786"/>
                    <a:pt x="337464" y="977440"/>
                    <a:pt x="298749" y="963495"/>
                  </a:cubicBezTo>
                  <a:cubicBezTo>
                    <a:pt x="284167" y="958273"/>
                    <a:pt x="277417" y="949486"/>
                    <a:pt x="273087" y="934840"/>
                  </a:cubicBezTo>
                  <a:cubicBezTo>
                    <a:pt x="192345" y="661921"/>
                    <a:pt x="111220" y="389193"/>
                    <a:pt x="29714" y="116465"/>
                  </a:cubicBezTo>
                  <a:cubicBezTo>
                    <a:pt x="25957" y="103921"/>
                    <a:pt x="27549" y="85773"/>
                    <a:pt x="5326" y="86218"/>
                  </a:cubicBezTo>
                  <a:cubicBezTo>
                    <a:pt x="-1233" y="86346"/>
                    <a:pt x="-151" y="78195"/>
                    <a:pt x="486" y="72719"/>
                  </a:cubicBezTo>
                  <a:cubicBezTo>
                    <a:pt x="3288" y="50114"/>
                    <a:pt x="2397" y="26681"/>
                    <a:pt x="5644" y="0"/>
                  </a:cubicBezTo>
                  <a:cubicBezTo>
                    <a:pt x="21627" y="9743"/>
                    <a:pt x="37482" y="19103"/>
                    <a:pt x="52701" y="33367"/>
                  </a:cubicBezTo>
                  <a:cubicBezTo>
                    <a:pt x="65692" y="45529"/>
                    <a:pt x="82056" y="44574"/>
                    <a:pt x="65946" y="64059"/>
                  </a:cubicBezTo>
                  <a:cubicBezTo>
                    <a:pt x="57859" y="73801"/>
                    <a:pt x="68048" y="83162"/>
                    <a:pt x="72059" y="91695"/>
                  </a:cubicBezTo>
                  <a:cubicBezTo>
                    <a:pt x="193682" y="350032"/>
                    <a:pt x="315305" y="608433"/>
                    <a:pt x="437946" y="866324"/>
                  </a:cubicBezTo>
                  <a:cubicBezTo>
                    <a:pt x="449536" y="890712"/>
                    <a:pt x="452019" y="912108"/>
                    <a:pt x="441258" y="936751"/>
                  </a:cubicBezTo>
                  <a:cubicBezTo>
                    <a:pt x="431133" y="959993"/>
                    <a:pt x="423746" y="984445"/>
                    <a:pt x="415214" y="1008005"/>
                  </a:cubicBezTo>
                  <a:close/>
                </a:path>
              </a:pathLst>
            </a:custGeom>
            <a:solidFill>
              <a:schemeClr val="accent6"/>
            </a:solidFill>
            <a:ln w="6367" cap="flat">
              <a:noFill/>
              <a:prstDash val="solid"/>
              <a:miter/>
            </a:ln>
          </p:spPr>
          <p:txBody>
            <a:bodyPr rtlCol="0" anchor="ctr"/>
            <a:lstStyle/>
            <a:p>
              <a:endParaRPr lang="ko-KR" altLang="en-US"/>
            </a:p>
          </p:txBody>
        </p:sp>
        <p:sp>
          <p:nvSpPr>
            <p:cNvPr id="48" name="자유형: 도형 47">
              <a:extLst>
                <a:ext uri="{FF2B5EF4-FFF2-40B4-BE49-F238E27FC236}">
                  <a16:creationId xmlns:a16="http://schemas.microsoft.com/office/drawing/2014/main" id="{AD14F7BE-1266-DCA0-E395-BF8C1C207761}"/>
                </a:ext>
              </a:extLst>
            </p:cNvPr>
            <p:cNvSpPr/>
            <p:nvPr/>
          </p:nvSpPr>
          <p:spPr>
            <a:xfrm>
              <a:off x="5606829" y="2074274"/>
              <a:ext cx="72213" cy="399297"/>
            </a:xfrm>
            <a:custGeom>
              <a:avLst/>
              <a:gdLst>
                <a:gd name="connsiteX0" fmla="*/ 3888 w 72213"/>
                <a:gd name="connsiteY0" fmla="*/ 251969 h 399297"/>
                <a:gd name="connsiteX1" fmla="*/ 1023 w 72213"/>
                <a:gd name="connsiteY1" fmla="*/ 129328 h 399297"/>
                <a:gd name="connsiteX2" fmla="*/ 13440 w 72213"/>
                <a:gd name="connsiteY2" fmla="*/ 67625 h 399297"/>
                <a:gd name="connsiteX3" fmla="*/ 15477 w 72213"/>
                <a:gd name="connsiteY3" fmla="*/ 41263 h 399297"/>
                <a:gd name="connsiteX4" fmla="*/ 57249 w 72213"/>
                <a:gd name="connsiteY4" fmla="*/ 0 h 399297"/>
                <a:gd name="connsiteX5" fmla="*/ 72213 w 72213"/>
                <a:gd name="connsiteY5" fmla="*/ 399254 h 399297"/>
                <a:gd name="connsiteX6" fmla="*/ 33625 w 72213"/>
                <a:gd name="connsiteY6" fmla="*/ 361239 h 399297"/>
                <a:gd name="connsiteX7" fmla="*/ 18216 w 72213"/>
                <a:gd name="connsiteY7" fmla="*/ 330610 h 399297"/>
                <a:gd name="connsiteX8" fmla="*/ 10638 w 72213"/>
                <a:gd name="connsiteY8" fmla="*/ 311507 h 399297"/>
                <a:gd name="connsiteX9" fmla="*/ 3888 w 72213"/>
                <a:gd name="connsiteY9" fmla="*/ 251969 h 399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213" h="399297">
                  <a:moveTo>
                    <a:pt x="3888" y="251969"/>
                  </a:moveTo>
                  <a:cubicBezTo>
                    <a:pt x="2869" y="211089"/>
                    <a:pt x="1532" y="170208"/>
                    <a:pt x="1023" y="129328"/>
                  </a:cubicBezTo>
                  <a:cubicBezTo>
                    <a:pt x="768" y="108123"/>
                    <a:pt x="-4899" y="86155"/>
                    <a:pt x="13440" y="67625"/>
                  </a:cubicBezTo>
                  <a:cubicBezTo>
                    <a:pt x="18216" y="62785"/>
                    <a:pt x="15796" y="50241"/>
                    <a:pt x="15477" y="41263"/>
                  </a:cubicBezTo>
                  <a:cubicBezTo>
                    <a:pt x="14713" y="18275"/>
                    <a:pt x="33880" y="1783"/>
                    <a:pt x="57249" y="0"/>
                  </a:cubicBezTo>
                  <a:cubicBezTo>
                    <a:pt x="63744" y="70045"/>
                    <a:pt x="68902" y="334622"/>
                    <a:pt x="72213" y="399254"/>
                  </a:cubicBezTo>
                  <a:cubicBezTo>
                    <a:pt x="45979" y="400146"/>
                    <a:pt x="33562" y="387283"/>
                    <a:pt x="33625" y="361239"/>
                  </a:cubicBezTo>
                  <a:cubicBezTo>
                    <a:pt x="33689" y="348695"/>
                    <a:pt x="35599" y="335577"/>
                    <a:pt x="18216" y="330610"/>
                  </a:cubicBezTo>
                  <a:cubicBezTo>
                    <a:pt x="10447" y="328382"/>
                    <a:pt x="10447" y="318894"/>
                    <a:pt x="10638" y="311507"/>
                  </a:cubicBezTo>
                  <a:cubicBezTo>
                    <a:pt x="11147" y="291385"/>
                    <a:pt x="8282" y="271582"/>
                    <a:pt x="3888" y="251969"/>
                  </a:cubicBezTo>
                  <a:close/>
                </a:path>
              </a:pathLst>
            </a:custGeom>
            <a:solidFill>
              <a:srgbClr val="C6C6C6"/>
            </a:solidFill>
            <a:ln w="6367" cap="flat">
              <a:noFill/>
              <a:prstDash val="solid"/>
              <a:miter/>
            </a:ln>
          </p:spPr>
          <p:txBody>
            <a:bodyPr rtlCol="0" anchor="ctr"/>
            <a:lstStyle/>
            <a:p>
              <a:endParaRPr lang="ko-KR" altLang="en-US"/>
            </a:p>
          </p:txBody>
        </p:sp>
        <p:sp>
          <p:nvSpPr>
            <p:cNvPr id="49" name="자유형: 도형 48">
              <a:extLst>
                <a:ext uri="{FF2B5EF4-FFF2-40B4-BE49-F238E27FC236}">
                  <a16:creationId xmlns:a16="http://schemas.microsoft.com/office/drawing/2014/main" id="{B827436D-BA87-F96E-11F5-2EF552778B62}"/>
                </a:ext>
              </a:extLst>
            </p:cNvPr>
            <p:cNvSpPr/>
            <p:nvPr/>
          </p:nvSpPr>
          <p:spPr>
            <a:xfrm>
              <a:off x="4598540" y="633177"/>
              <a:ext cx="151298" cy="102075"/>
            </a:xfrm>
            <a:custGeom>
              <a:avLst/>
              <a:gdLst>
                <a:gd name="connsiteX0" fmla="*/ 116499 w 151298"/>
                <a:gd name="connsiteY0" fmla="*/ 45809 h 102075"/>
                <a:gd name="connsiteX1" fmla="*/ 46518 w 151298"/>
                <a:gd name="connsiteY1" fmla="*/ 82615 h 102075"/>
                <a:gd name="connsiteX2" fmla="*/ 12196 w 151298"/>
                <a:gd name="connsiteY2" fmla="*/ 98343 h 102075"/>
                <a:gd name="connsiteX3" fmla="*/ 8375 w 151298"/>
                <a:gd name="connsiteY3" fmla="*/ 58354 h 102075"/>
                <a:gd name="connsiteX4" fmla="*/ 115989 w 151298"/>
                <a:gd name="connsiteY4" fmla="*/ 26 h 102075"/>
                <a:gd name="connsiteX5" fmla="*/ 151266 w 151298"/>
                <a:gd name="connsiteY5" fmla="*/ 24796 h 102075"/>
                <a:gd name="connsiteX6" fmla="*/ 116499 w 151298"/>
                <a:gd name="connsiteY6" fmla="*/ 45809 h 10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298" h="102075">
                  <a:moveTo>
                    <a:pt x="116499" y="45809"/>
                  </a:moveTo>
                  <a:cubicBezTo>
                    <a:pt x="84660" y="44345"/>
                    <a:pt x="61673" y="56634"/>
                    <a:pt x="46518" y="82615"/>
                  </a:cubicBezTo>
                  <a:cubicBezTo>
                    <a:pt x="38558" y="96241"/>
                    <a:pt x="29771" y="108467"/>
                    <a:pt x="12196" y="98343"/>
                  </a:cubicBezTo>
                  <a:cubicBezTo>
                    <a:pt x="-6461" y="87518"/>
                    <a:pt x="-348" y="72490"/>
                    <a:pt x="8375" y="58354"/>
                  </a:cubicBezTo>
                  <a:cubicBezTo>
                    <a:pt x="33082" y="18428"/>
                    <a:pt x="69569" y="-802"/>
                    <a:pt x="115989" y="26"/>
                  </a:cubicBezTo>
                  <a:cubicBezTo>
                    <a:pt x="132036" y="280"/>
                    <a:pt x="152221" y="1681"/>
                    <a:pt x="151266" y="24796"/>
                  </a:cubicBezTo>
                  <a:cubicBezTo>
                    <a:pt x="150247" y="47529"/>
                    <a:pt x="132545" y="48356"/>
                    <a:pt x="116499" y="45809"/>
                  </a:cubicBezTo>
                  <a:close/>
                </a:path>
              </a:pathLst>
            </a:custGeom>
            <a:solidFill>
              <a:srgbClr val="743D2C"/>
            </a:solidFill>
            <a:ln w="6367" cap="flat">
              <a:noFill/>
              <a:prstDash val="solid"/>
              <a:miter/>
            </a:ln>
          </p:spPr>
          <p:txBody>
            <a:bodyPr rtlCol="0" anchor="ctr"/>
            <a:lstStyle/>
            <a:p>
              <a:endParaRPr lang="ko-KR" altLang="en-US"/>
            </a:p>
          </p:txBody>
        </p:sp>
        <p:sp>
          <p:nvSpPr>
            <p:cNvPr id="50" name="자유형: 도형 49">
              <a:extLst>
                <a:ext uri="{FF2B5EF4-FFF2-40B4-BE49-F238E27FC236}">
                  <a16:creationId xmlns:a16="http://schemas.microsoft.com/office/drawing/2014/main" id="{ADD3F124-6D95-43AF-8656-82DE5BC69E53}"/>
                </a:ext>
              </a:extLst>
            </p:cNvPr>
            <p:cNvSpPr/>
            <p:nvPr/>
          </p:nvSpPr>
          <p:spPr>
            <a:xfrm>
              <a:off x="4887204" y="525731"/>
              <a:ext cx="150626" cy="101413"/>
            </a:xfrm>
            <a:custGeom>
              <a:avLst/>
              <a:gdLst>
                <a:gd name="connsiteX0" fmla="*/ 115400 w 150626"/>
                <a:gd name="connsiteY0" fmla="*/ 44495 h 101413"/>
                <a:gd name="connsiteX1" fmla="*/ 46565 w 150626"/>
                <a:gd name="connsiteY1" fmla="*/ 82256 h 101413"/>
                <a:gd name="connsiteX2" fmla="*/ 11925 w 150626"/>
                <a:gd name="connsiteY2" fmla="*/ 97793 h 101413"/>
                <a:gd name="connsiteX3" fmla="*/ 8804 w 150626"/>
                <a:gd name="connsiteY3" fmla="*/ 57485 h 101413"/>
                <a:gd name="connsiteX4" fmla="*/ 119984 w 150626"/>
                <a:gd name="connsiteY4" fmla="*/ 176 h 101413"/>
                <a:gd name="connsiteX5" fmla="*/ 150485 w 150626"/>
                <a:gd name="connsiteY5" fmla="*/ 26411 h 101413"/>
                <a:gd name="connsiteX6" fmla="*/ 115400 w 150626"/>
                <a:gd name="connsiteY6" fmla="*/ 44495 h 101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626" h="101413">
                  <a:moveTo>
                    <a:pt x="115400" y="44495"/>
                  </a:moveTo>
                  <a:cubicBezTo>
                    <a:pt x="86936" y="43731"/>
                    <a:pt x="62038" y="55066"/>
                    <a:pt x="46565" y="82256"/>
                  </a:cubicBezTo>
                  <a:cubicBezTo>
                    <a:pt x="38223" y="96901"/>
                    <a:pt x="28417" y="107217"/>
                    <a:pt x="11925" y="97793"/>
                  </a:cubicBezTo>
                  <a:cubicBezTo>
                    <a:pt x="-6860" y="87095"/>
                    <a:pt x="81" y="71240"/>
                    <a:pt x="8804" y="57485"/>
                  </a:cubicBezTo>
                  <a:cubicBezTo>
                    <a:pt x="34594" y="16859"/>
                    <a:pt x="71972" y="-2053"/>
                    <a:pt x="119984" y="176"/>
                  </a:cubicBezTo>
                  <a:cubicBezTo>
                    <a:pt x="136859" y="940"/>
                    <a:pt x="152268" y="4952"/>
                    <a:pt x="150485" y="26411"/>
                  </a:cubicBezTo>
                  <a:cubicBezTo>
                    <a:pt x="148830" y="47233"/>
                    <a:pt x="133420" y="46979"/>
                    <a:pt x="115400" y="44495"/>
                  </a:cubicBezTo>
                  <a:close/>
                </a:path>
              </a:pathLst>
            </a:custGeom>
            <a:solidFill>
              <a:srgbClr val="743C2B"/>
            </a:solidFill>
            <a:ln w="6367" cap="flat">
              <a:noFill/>
              <a:prstDash val="solid"/>
              <a:miter/>
            </a:ln>
          </p:spPr>
          <p:txBody>
            <a:bodyPr rtlCol="0" anchor="ctr"/>
            <a:lstStyle/>
            <a:p>
              <a:endParaRPr lang="ko-KR" altLang="en-US"/>
            </a:p>
          </p:txBody>
        </p:sp>
        <p:sp>
          <p:nvSpPr>
            <p:cNvPr id="51" name="자유형: 도형 50">
              <a:extLst>
                <a:ext uri="{FF2B5EF4-FFF2-40B4-BE49-F238E27FC236}">
                  <a16:creationId xmlns:a16="http://schemas.microsoft.com/office/drawing/2014/main" id="{51DACD87-0F65-D822-FFF4-2EF4EF69B8CC}"/>
                </a:ext>
              </a:extLst>
            </p:cNvPr>
            <p:cNvSpPr/>
            <p:nvPr/>
          </p:nvSpPr>
          <p:spPr>
            <a:xfrm>
              <a:off x="4704460" y="762074"/>
              <a:ext cx="85654" cy="139628"/>
            </a:xfrm>
            <a:custGeom>
              <a:avLst/>
              <a:gdLst>
                <a:gd name="connsiteX0" fmla="*/ 80178 w 85654"/>
                <a:gd name="connsiteY0" fmla="*/ 126791 h 139628"/>
                <a:gd name="connsiteX1" fmla="*/ 41399 w 85654"/>
                <a:gd name="connsiteY1" fmla="*/ 131376 h 139628"/>
                <a:gd name="connsiteX2" fmla="*/ 2619 w 85654"/>
                <a:gd name="connsiteY2" fmla="*/ 23953 h 139628"/>
                <a:gd name="connsiteX3" fmla="*/ 48785 w 85654"/>
                <a:gd name="connsiteY3" fmla="*/ 8034 h 139628"/>
                <a:gd name="connsiteX4" fmla="*/ 85654 w 85654"/>
                <a:gd name="connsiteY4" fmla="*/ 72284 h 139628"/>
                <a:gd name="connsiteX5" fmla="*/ 76421 w 85654"/>
                <a:gd name="connsiteY5" fmla="*/ 78206 h 139628"/>
                <a:gd name="connsiteX6" fmla="*/ 71900 w 85654"/>
                <a:gd name="connsiteY6" fmla="*/ 119532 h 139628"/>
                <a:gd name="connsiteX7" fmla="*/ 80178 w 85654"/>
                <a:gd name="connsiteY7" fmla="*/ 126791 h 139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654" h="139628">
                  <a:moveTo>
                    <a:pt x="80178" y="126791"/>
                  </a:moveTo>
                  <a:cubicBezTo>
                    <a:pt x="69416" y="146468"/>
                    <a:pt x="54580" y="139782"/>
                    <a:pt x="41399" y="131376"/>
                  </a:cubicBezTo>
                  <a:cubicBezTo>
                    <a:pt x="12171" y="112719"/>
                    <a:pt x="-7314" y="57065"/>
                    <a:pt x="2619" y="23953"/>
                  </a:cubicBezTo>
                  <a:cubicBezTo>
                    <a:pt x="9878" y="-180"/>
                    <a:pt x="28408" y="-7185"/>
                    <a:pt x="48785" y="8034"/>
                  </a:cubicBezTo>
                  <a:cubicBezTo>
                    <a:pt x="69989" y="23890"/>
                    <a:pt x="82980" y="45349"/>
                    <a:pt x="85654" y="72284"/>
                  </a:cubicBezTo>
                  <a:cubicBezTo>
                    <a:pt x="82725" y="74513"/>
                    <a:pt x="79668" y="76423"/>
                    <a:pt x="76421" y="78206"/>
                  </a:cubicBezTo>
                  <a:cubicBezTo>
                    <a:pt x="50313" y="92724"/>
                    <a:pt x="49358" y="101384"/>
                    <a:pt x="71900" y="119532"/>
                  </a:cubicBezTo>
                  <a:cubicBezTo>
                    <a:pt x="74765" y="121888"/>
                    <a:pt x="77631" y="124117"/>
                    <a:pt x="80178" y="126791"/>
                  </a:cubicBezTo>
                  <a:close/>
                </a:path>
              </a:pathLst>
            </a:custGeom>
            <a:solidFill>
              <a:srgbClr val="522723"/>
            </a:solidFill>
            <a:ln w="6367" cap="flat">
              <a:noFill/>
              <a:prstDash val="solid"/>
              <a:miter/>
            </a:ln>
          </p:spPr>
          <p:txBody>
            <a:bodyPr rtlCol="0" anchor="ctr"/>
            <a:lstStyle/>
            <a:p>
              <a:endParaRPr lang="ko-KR" altLang="en-US"/>
            </a:p>
          </p:txBody>
        </p:sp>
        <p:sp>
          <p:nvSpPr>
            <p:cNvPr id="52" name="자유형: 도형 51">
              <a:extLst>
                <a:ext uri="{FF2B5EF4-FFF2-40B4-BE49-F238E27FC236}">
                  <a16:creationId xmlns:a16="http://schemas.microsoft.com/office/drawing/2014/main" id="{51965146-D129-72BC-F927-944CF29E35DD}"/>
                </a:ext>
              </a:extLst>
            </p:cNvPr>
            <p:cNvSpPr/>
            <p:nvPr/>
          </p:nvSpPr>
          <p:spPr>
            <a:xfrm>
              <a:off x="4805269" y="1105239"/>
              <a:ext cx="204084" cy="66478"/>
            </a:xfrm>
            <a:custGeom>
              <a:avLst/>
              <a:gdLst>
                <a:gd name="connsiteX0" fmla="*/ 0 w 204084"/>
                <a:gd name="connsiteY0" fmla="*/ 33621 h 66478"/>
                <a:gd name="connsiteX1" fmla="*/ 204085 w 204084"/>
                <a:gd name="connsiteY1" fmla="*/ 0 h 66478"/>
                <a:gd name="connsiteX2" fmla="*/ 0 w 204084"/>
                <a:gd name="connsiteY2" fmla="*/ 33621 h 66478"/>
              </a:gdLst>
              <a:ahLst/>
              <a:cxnLst>
                <a:cxn ang="0">
                  <a:pos x="connsiteX0" y="connsiteY0"/>
                </a:cxn>
                <a:cxn ang="0">
                  <a:pos x="connsiteX1" y="connsiteY1"/>
                </a:cxn>
                <a:cxn ang="0">
                  <a:pos x="connsiteX2" y="connsiteY2"/>
                </a:cxn>
              </a:cxnLst>
              <a:rect l="l" t="t" r="r" b="b"/>
              <a:pathLst>
                <a:path w="204084" h="66478">
                  <a:moveTo>
                    <a:pt x="0" y="33621"/>
                  </a:moveTo>
                  <a:cubicBezTo>
                    <a:pt x="73547" y="54698"/>
                    <a:pt x="141426" y="43428"/>
                    <a:pt x="204085" y="0"/>
                  </a:cubicBezTo>
                  <a:cubicBezTo>
                    <a:pt x="167025" y="68198"/>
                    <a:pt x="73674" y="91567"/>
                    <a:pt x="0" y="33621"/>
                  </a:cubicBezTo>
                  <a:close/>
                </a:path>
              </a:pathLst>
            </a:custGeom>
            <a:solidFill>
              <a:srgbClr val="E7948B"/>
            </a:solidFill>
            <a:ln w="6367" cap="flat">
              <a:noFill/>
              <a:prstDash val="solid"/>
              <a:miter/>
            </a:ln>
          </p:spPr>
          <p:txBody>
            <a:bodyPr rtlCol="0" anchor="ctr"/>
            <a:lstStyle/>
            <a:p>
              <a:endParaRPr lang="ko-KR" altLang="en-US"/>
            </a:p>
          </p:txBody>
        </p:sp>
        <p:sp>
          <p:nvSpPr>
            <p:cNvPr id="53" name="자유형: 도형 52">
              <a:extLst>
                <a:ext uri="{FF2B5EF4-FFF2-40B4-BE49-F238E27FC236}">
                  <a16:creationId xmlns:a16="http://schemas.microsoft.com/office/drawing/2014/main" id="{DD2763D2-D633-E5C5-C7D8-73F0A26B5EF9}"/>
                </a:ext>
              </a:extLst>
            </p:cNvPr>
            <p:cNvSpPr/>
            <p:nvPr/>
          </p:nvSpPr>
          <p:spPr>
            <a:xfrm>
              <a:off x="4752729" y="833809"/>
              <a:ext cx="40412" cy="55079"/>
            </a:xfrm>
            <a:custGeom>
              <a:avLst/>
              <a:gdLst>
                <a:gd name="connsiteX0" fmla="*/ 31908 w 40412"/>
                <a:gd name="connsiteY0" fmla="*/ 55056 h 55079"/>
                <a:gd name="connsiteX1" fmla="*/ 70 w 40412"/>
                <a:gd name="connsiteY1" fmla="*/ 26210 h 55079"/>
                <a:gd name="connsiteX2" fmla="*/ 37385 w 40412"/>
                <a:gd name="connsiteY2" fmla="*/ 549 h 55079"/>
                <a:gd name="connsiteX3" fmla="*/ 31908 w 40412"/>
                <a:gd name="connsiteY3" fmla="*/ 55056 h 55079"/>
              </a:gdLst>
              <a:ahLst/>
              <a:cxnLst>
                <a:cxn ang="0">
                  <a:pos x="connsiteX0" y="connsiteY0"/>
                </a:cxn>
                <a:cxn ang="0">
                  <a:pos x="connsiteX1" y="connsiteY1"/>
                </a:cxn>
                <a:cxn ang="0">
                  <a:pos x="connsiteX2" y="connsiteY2"/>
                </a:cxn>
                <a:cxn ang="0">
                  <a:pos x="connsiteX3" y="connsiteY3"/>
                </a:cxn>
              </a:cxnLst>
              <a:rect l="l" t="t" r="r" b="b"/>
              <a:pathLst>
                <a:path w="40412" h="55079">
                  <a:moveTo>
                    <a:pt x="31908" y="55056"/>
                  </a:moveTo>
                  <a:cubicBezTo>
                    <a:pt x="11977" y="55629"/>
                    <a:pt x="-1076" y="45759"/>
                    <a:pt x="70" y="26210"/>
                  </a:cubicBezTo>
                  <a:cubicBezTo>
                    <a:pt x="1343" y="4751"/>
                    <a:pt x="17135" y="-2126"/>
                    <a:pt x="37385" y="549"/>
                  </a:cubicBezTo>
                  <a:cubicBezTo>
                    <a:pt x="41842" y="19333"/>
                    <a:pt x="42415" y="37736"/>
                    <a:pt x="31908" y="55056"/>
                  </a:cubicBezTo>
                  <a:close/>
                </a:path>
              </a:pathLst>
            </a:custGeom>
            <a:solidFill>
              <a:srgbClr val="FBFAFA"/>
            </a:solidFill>
            <a:ln w="6367" cap="flat">
              <a:noFill/>
              <a:prstDash val="solid"/>
              <a:miter/>
            </a:ln>
          </p:spPr>
          <p:txBody>
            <a:bodyPr rtlCol="0" anchor="ctr"/>
            <a:lstStyle/>
            <a:p>
              <a:endParaRPr lang="ko-KR" altLang="en-US"/>
            </a:p>
          </p:txBody>
        </p:sp>
        <p:sp>
          <p:nvSpPr>
            <p:cNvPr id="54" name="자유형: 도형 53">
              <a:extLst>
                <a:ext uri="{FF2B5EF4-FFF2-40B4-BE49-F238E27FC236}">
                  <a16:creationId xmlns:a16="http://schemas.microsoft.com/office/drawing/2014/main" id="{84E0FDC8-087A-F37C-1430-2440F69D1914}"/>
                </a:ext>
              </a:extLst>
            </p:cNvPr>
            <p:cNvSpPr/>
            <p:nvPr/>
          </p:nvSpPr>
          <p:spPr>
            <a:xfrm>
              <a:off x="4253670" y="2983377"/>
              <a:ext cx="213538" cy="86818"/>
            </a:xfrm>
            <a:custGeom>
              <a:avLst/>
              <a:gdLst>
                <a:gd name="connsiteX0" fmla="*/ 213475 w 213538"/>
                <a:gd name="connsiteY0" fmla="*/ 10582 h 86818"/>
                <a:gd name="connsiteX1" fmla="*/ 65999 w 213538"/>
                <a:gd name="connsiteY1" fmla="*/ 85403 h 86818"/>
                <a:gd name="connsiteX2" fmla="*/ 157 w 213538"/>
                <a:gd name="connsiteY2" fmla="*/ 76297 h 86818"/>
                <a:gd name="connsiteX3" fmla="*/ 284 w 213538"/>
                <a:gd name="connsiteY3" fmla="*/ 71585 h 86818"/>
                <a:gd name="connsiteX4" fmla="*/ 128148 w 213538"/>
                <a:gd name="connsiteY4" fmla="*/ 55284 h 86818"/>
                <a:gd name="connsiteX5" fmla="*/ 191379 w 213538"/>
                <a:gd name="connsiteY5" fmla="*/ 14085 h 86818"/>
                <a:gd name="connsiteX6" fmla="*/ 213538 w 213538"/>
                <a:gd name="connsiteY6" fmla="*/ 12 h 86818"/>
                <a:gd name="connsiteX7" fmla="*/ 213475 w 213538"/>
                <a:gd name="connsiteY7" fmla="*/ 10582 h 8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3538" h="86818">
                  <a:moveTo>
                    <a:pt x="213475" y="10582"/>
                  </a:moveTo>
                  <a:cubicBezTo>
                    <a:pt x="173040" y="52737"/>
                    <a:pt x="123754" y="76233"/>
                    <a:pt x="65999" y="85403"/>
                  </a:cubicBezTo>
                  <a:cubicBezTo>
                    <a:pt x="42056" y="89223"/>
                    <a:pt x="21298" y="85021"/>
                    <a:pt x="157" y="76297"/>
                  </a:cubicBezTo>
                  <a:cubicBezTo>
                    <a:pt x="-98" y="74705"/>
                    <a:pt x="-34" y="73177"/>
                    <a:pt x="284" y="71585"/>
                  </a:cubicBezTo>
                  <a:cubicBezTo>
                    <a:pt x="43394" y="69993"/>
                    <a:pt x="87012" y="75724"/>
                    <a:pt x="128148" y="55284"/>
                  </a:cubicBezTo>
                  <a:cubicBezTo>
                    <a:pt x="151071" y="43886"/>
                    <a:pt x="172021" y="30386"/>
                    <a:pt x="191379" y="14085"/>
                  </a:cubicBezTo>
                  <a:cubicBezTo>
                    <a:pt x="198129" y="8417"/>
                    <a:pt x="202968" y="-370"/>
                    <a:pt x="213538" y="12"/>
                  </a:cubicBezTo>
                  <a:cubicBezTo>
                    <a:pt x="213475" y="3514"/>
                    <a:pt x="213475" y="7080"/>
                    <a:pt x="213475" y="10582"/>
                  </a:cubicBezTo>
                  <a:close/>
                </a:path>
              </a:pathLst>
            </a:custGeom>
            <a:solidFill>
              <a:srgbClr val="BFD7DC"/>
            </a:solidFill>
            <a:ln w="6367" cap="flat">
              <a:noFill/>
              <a:prstDash val="solid"/>
              <a:miter/>
            </a:ln>
          </p:spPr>
          <p:txBody>
            <a:bodyPr rtlCol="0" anchor="ctr"/>
            <a:lstStyle/>
            <a:p>
              <a:endParaRPr lang="ko-KR" altLang="en-US"/>
            </a:p>
          </p:txBody>
        </p:sp>
        <p:sp>
          <p:nvSpPr>
            <p:cNvPr id="55" name="자유형: 도형 54">
              <a:extLst>
                <a:ext uri="{FF2B5EF4-FFF2-40B4-BE49-F238E27FC236}">
                  <a16:creationId xmlns:a16="http://schemas.microsoft.com/office/drawing/2014/main" id="{D0C6573C-B636-5468-F504-0D92B1B59DBC}"/>
                </a:ext>
              </a:extLst>
            </p:cNvPr>
            <p:cNvSpPr/>
            <p:nvPr/>
          </p:nvSpPr>
          <p:spPr>
            <a:xfrm>
              <a:off x="5899938" y="2736513"/>
              <a:ext cx="471145" cy="290048"/>
            </a:xfrm>
            <a:custGeom>
              <a:avLst/>
              <a:gdLst>
                <a:gd name="connsiteX0" fmla="*/ 333285 w 471145"/>
                <a:gd name="connsiteY0" fmla="*/ 172755 h 290048"/>
                <a:gd name="connsiteX1" fmla="*/ 0 w 471145"/>
                <a:gd name="connsiteY1" fmla="*/ 0 h 290048"/>
                <a:gd name="connsiteX2" fmla="*/ 335322 w 471145"/>
                <a:gd name="connsiteY2" fmla="*/ 243246 h 290048"/>
                <a:gd name="connsiteX3" fmla="*/ 364359 w 471145"/>
                <a:gd name="connsiteY3" fmla="*/ 290048 h 290048"/>
                <a:gd name="connsiteX4" fmla="*/ 399763 w 471145"/>
                <a:gd name="connsiteY4" fmla="*/ 259356 h 290048"/>
                <a:gd name="connsiteX5" fmla="*/ 419440 w 471145"/>
                <a:gd name="connsiteY5" fmla="*/ 278013 h 290048"/>
                <a:gd name="connsiteX6" fmla="*/ 449177 w 471145"/>
                <a:gd name="connsiteY6" fmla="*/ 253498 h 290048"/>
                <a:gd name="connsiteX7" fmla="*/ 471145 w 471145"/>
                <a:gd name="connsiteY7" fmla="*/ 241972 h 290048"/>
                <a:gd name="connsiteX8" fmla="*/ 333285 w 471145"/>
                <a:gd name="connsiteY8" fmla="*/ 172755 h 290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145" h="290048">
                  <a:moveTo>
                    <a:pt x="333285" y="172755"/>
                  </a:moveTo>
                  <a:cubicBezTo>
                    <a:pt x="213318" y="109206"/>
                    <a:pt x="31838" y="12735"/>
                    <a:pt x="0" y="0"/>
                  </a:cubicBezTo>
                  <a:cubicBezTo>
                    <a:pt x="10443" y="22542"/>
                    <a:pt x="284190" y="192941"/>
                    <a:pt x="335322" y="243246"/>
                  </a:cubicBezTo>
                  <a:cubicBezTo>
                    <a:pt x="348312" y="255981"/>
                    <a:pt x="358947" y="270690"/>
                    <a:pt x="364359" y="290048"/>
                  </a:cubicBezTo>
                  <a:cubicBezTo>
                    <a:pt x="378304" y="281133"/>
                    <a:pt x="390403" y="271964"/>
                    <a:pt x="399763" y="259356"/>
                  </a:cubicBezTo>
                  <a:cubicBezTo>
                    <a:pt x="415364" y="255726"/>
                    <a:pt x="411225" y="274002"/>
                    <a:pt x="419440" y="278013"/>
                  </a:cubicBezTo>
                  <a:cubicBezTo>
                    <a:pt x="431538" y="271709"/>
                    <a:pt x="431857" y="252415"/>
                    <a:pt x="449177" y="253498"/>
                  </a:cubicBezTo>
                  <a:cubicBezTo>
                    <a:pt x="464777" y="254708"/>
                    <a:pt x="458028" y="252925"/>
                    <a:pt x="471145" y="241972"/>
                  </a:cubicBezTo>
                  <a:cubicBezTo>
                    <a:pt x="434340" y="222360"/>
                    <a:pt x="370217" y="192368"/>
                    <a:pt x="333285" y="172755"/>
                  </a:cubicBezTo>
                  <a:close/>
                </a:path>
              </a:pathLst>
            </a:custGeom>
            <a:solidFill>
              <a:srgbClr val="EBEBEB"/>
            </a:solidFill>
            <a:ln w="6367" cap="flat">
              <a:noFill/>
              <a:prstDash val="solid"/>
              <a:miter/>
            </a:ln>
          </p:spPr>
          <p:txBody>
            <a:bodyPr rtlCol="0" anchor="ctr"/>
            <a:lstStyle/>
            <a:p>
              <a:endParaRPr lang="ko-KR" altLang="en-US"/>
            </a:p>
          </p:txBody>
        </p:sp>
        <p:sp>
          <p:nvSpPr>
            <p:cNvPr id="56" name="자유형: 도형 55">
              <a:extLst>
                <a:ext uri="{FF2B5EF4-FFF2-40B4-BE49-F238E27FC236}">
                  <a16:creationId xmlns:a16="http://schemas.microsoft.com/office/drawing/2014/main" id="{B821D01E-557C-D935-F643-628DD3B2AD08}"/>
                </a:ext>
              </a:extLst>
            </p:cNvPr>
            <p:cNvSpPr/>
            <p:nvPr/>
          </p:nvSpPr>
          <p:spPr>
            <a:xfrm>
              <a:off x="4306606" y="3112649"/>
              <a:ext cx="43691" cy="43252"/>
            </a:xfrm>
            <a:custGeom>
              <a:avLst/>
              <a:gdLst>
                <a:gd name="connsiteX0" fmla="*/ 43691 w 43691"/>
                <a:gd name="connsiteY0" fmla="*/ 20317 h 43252"/>
                <a:gd name="connsiteX1" fmla="*/ 24334 w 43691"/>
                <a:gd name="connsiteY1" fmla="*/ 43113 h 43252"/>
                <a:gd name="connsiteX2" fmla="*/ 73 w 43691"/>
                <a:gd name="connsiteY2" fmla="*/ 20317 h 43252"/>
                <a:gd name="connsiteX3" fmla="*/ 19239 w 43691"/>
                <a:gd name="connsiteY3" fmla="*/ 4 h 43252"/>
                <a:gd name="connsiteX4" fmla="*/ 43691 w 43691"/>
                <a:gd name="connsiteY4" fmla="*/ 20317 h 43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691" h="43252">
                  <a:moveTo>
                    <a:pt x="43691" y="20317"/>
                  </a:moveTo>
                  <a:cubicBezTo>
                    <a:pt x="42991" y="33179"/>
                    <a:pt x="36496" y="41967"/>
                    <a:pt x="24334" y="43113"/>
                  </a:cubicBezTo>
                  <a:cubicBezTo>
                    <a:pt x="9051" y="44514"/>
                    <a:pt x="1028" y="35281"/>
                    <a:pt x="73" y="20317"/>
                  </a:cubicBezTo>
                  <a:cubicBezTo>
                    <a:pt x="-755" y="7008"/>
                    <a:pt x="5485" y="-187"/>
                    <a:pt x="19239" y="4"/>
                  </a:cubicBezTo>
                  <a:cubicBezTo>
                    <a:pt x="33057" y="67"/>
                    <a:pt x="40826" y="7327"/>
                    <a:pt x="43691" y="20317"/>
                  </a:cubicBezTo>
                  <a:close/>
                </a:path>
              </a:pathLst>
            </a:custGeom>
            <a:solidFill>
              <a:srgbClr val="F4FEF4"/>
            </a:solidFill>
            <a:ln w="6367" cap="flat">
              <a:noFill/>
              <a:prstDash val="solid"/>
              <a:miter/>
            </a:ln>
          </p:spPr>
          <p:txBody>
            <a:bodyPr rtlCol="0" anchor="ctr"/>
            <a:lstStyle/>
            <a:p>
              <a:endParaRPr lang="ko-KR" altLang="en-US"/>
            </a:p>
          </p:txBody>
        </p:sp>
        <p:sp>
          <p:nvSpPr>
            <p:cNvPr id="57" name="자유형: 도형 56">
              <a:extLst>
                <a:ext uri="{FF2B5EF4-FFF2-40B4-BE49-F238E27FC236}">
                  <a16:creationId xmlns:a16="http://schemas.microsoft.com/office/drawing/2014/main" id="{1595F16F-6C7D-8A20-B1CC-6AEA3B977986}"/>
                </a:ext>
              </a:extLst>
            </p:cNvPr>
            <p:cNvSpPr/>
            <p:nvPr/>
          </p:nvSpPr>
          <p:spPr>
            <a:xfrm>
              <a:off x="5037174" y="731608"/>
              <a:ext cx="40412" cy="55079"/>
            </a:xfrm>
            <a:custGeom>
              <a:avLst/>
              <a:gdLst>
                <a:gd name="connsiteX0" fmla="*/ 31908 w 40412"/>
                <a:gd name="connsiteY0" fmla="*/ 55056 h 55079"/>
                <a:gd name="connsiteX1" fmla="*/ 70 w 40412"/>
                <a:gd name="connsiteY1" fmla="*/ 26210 h 55079"/>
                <a:gd name="connsiteX2" fmla="*/ 37384 w 40412"/>
                <a:gd name="connsiteY2" fmla="*/ 549 h 55079"/>
                <a:gd name="connsiteX3" fmla="*/ 31908 w 40412"/>
                <a:gd name="connsiteY3" fmla="*/ 55056 h 55079"/>
              </a:gdLst>
              <a:ahLst/>
              <a:cxnLst>
                <a:cxn ang="0">
                  <a:pos x="connsiteX0" y="connsiteY0"/>
                </a:cxn>
                <a:cxn ang="0">
                  <a:pos x="connsiteX1" y="connsiteY1"/>
                </a:cxn>
                <a:cxn ang="0">
                  <a:pos x="connsiteX2" y="connsiteY2"/>
                </a:cxn>
                <a:cxn ang="0">
                  <a:pos x="connsiteX3" y="connsiteY3"/>
                </a:cxn>
              </a:cxnLst>
              <a:rect l="l" t="t" r="r" b="b"/>
              <a:pathLst>
                <a:path w="40412" h="55079">
                  <a:moveTo>
                    <a:pt x="31908" y="55056"/>
                  </a:moveTo>
                  <a:cubicBezTo>
                    <a:pt x="11977" y="55629"/>
                    <a:pt x="-1076" y="45759"/>
                    <a:pt x="70" y="26210"/>
                  </a:cubicBezTo>
                  <a:cubicBezTo>
                    <a:pt x="1343" y="4751"/>
                    <a:pt x="17135" y="-2126"/>
                    <a:pt x="37384" y="549"/>
                  </a:cubicBezTo>
                  <a:cubicBezTo>
                    <a:pt x="41842" y="19333"/>
                    <a:pt x="42415" y="37736"/>
                    <a:pt x="31908" y="55056"/>
                  </a:cubicBezTo>
                  <a:close/>
                </a:path>
              </a:pathLst>
            </a:custGeom>
            <a:solidFill>
              <a:srgbClr val="FBFAFA"/>
            </a:solidFill>
            <a:ln w="6367" cap="flat">
              <a:noFill/>
              <a:prstDash val="solid"/>
              <a:miter/>
            </a:ln>
          </p:spPr>
          <p:txBody>
            <a:bodyPr rtlCol="0" anchor="ctr"/>
            <a:lstStyle/>
            <a:p>
              <a:endParaRPr lang="ko-KR" altLang="en-US"/>
            </a:p>
          </p:txBody>
        </p:sp>
        <p:sp>
          <p:nvSpPr>
            <p:cNvPr id="58" name="자유형: 도형 57">
              <a:extLst>
                <a:ext uri="{FF2B5EF4-FFF2-40B4-BE49-F238E27FC236}">
                  <a16:creationId xmlns:a16="http://schemas.microsoft.com/office/drawing/2014/main" id="{0DCC24F1-2DDB-2ED5-178C-72163D511FFE}"/>
                </a:ext>
              </a:extLst>
            </p:cNvPr>
            <p:cNvSpPr/>
            <p:nvPr/>
          </p:nvSpPr>
          <p:spPr>
            <a:xfrm>
              <a:off x="4930694" y="1392931"/>
              <a:ext cx="230592" cy="197746"/>
            </a:xfrm>
            <a:custGeom>
              <a:avLst/>
              <a:gdLst>
                <a:gd name="connsiteX0" fmla="*/ 33194 w 230592"/>
                <a:gd name="connsiteY0" fmla="*/ 25471 h 197746"/>
                <a:gd name="connsiteX1" fmla="*/ 145 w 230592"/>
                <a:gd name="connsiteY1" fmla="*/ 106086 h 197746"/>
                <a:gd name="connsiteX2" fmla="*/ 135077 w 230592"/>
                <a:gd name="connsiteY2" fmla="*/ 197398 h 197746"/>
                <a:gd name="connsiteX3" fmla="*/ 141444 w 230592"/>
                <a:gd name="connsiteY3" fmla="*/ 95515 h 197746"/>
                <a:gd name="connsiteX4" fmla="*/ 230592 w 230592"/>
                <a:gd name="connsiteY4" fmla="*/ 159192 h 197746"/>
                <a:gd name="connsiteX5" fmla="*/ 198754 w 230592"/>
                <a:gd name="connsiteY5" fmla="*/ 31838 h 197746"/>
                <a:gd name="connsiteX6" fmla="*/ 128709 w 230592"/>
                <a:gd name="connsiteY6" fmla="*/ 0 h 197746"/>
                <a:gd name="connsiteX7" fmla="*/ 118139 w 230592"/>
                <a:gd name="connsiteY7" fmla="*/ 37060 h 197746"/>
                <a:gd name="connsiteX8" fmla="*/ 108524 w 230592"/>
                <a:gd name="connsiteY8" fmla="*/ 42090 h 197746"/>
                <a:gd name="connsiteX9" fmla="*/ 50196 w 230592"/>
                <a:gd name="connsiteY9" fmla="*/ 21523 h 197746"/>
                <a:gd name="connsiteX10" fmla="*/ 33194 w 230592"/>
                <a:gd name="connsiteY10" fmla="*/ 25471 h 197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0592" h="197746">
                  <a:moveTo>
                    <a:pt x="33194" y="25471"/>
                  </a:moveTo>
                  <a:cubicBezTo>
                    <a:pt x="18293" y="41326"/>
                    <a:pt x="5240" y="91249"/>
                    <a:pt x="145" y="106086"/>
                  </a:cubicBezTo>
                  <a:cubicBezTo>
                    <a:pt x="-5012" y="120986"/>
                    <a:pt x="128709" y="203766"/>
                    <a:pt x="135077" y="197398"/>
                  </a:cubicBezTo>
                  <a:cubicBezTo>
                    <a:pt x="141444" y="191031"/>
                    <a:pt x="141444" y="95515"/>
                    <a:pt x="141444" y="95515"/>
                  </a:cubicBezTo>
                  <a:lnTo>
                    <a:pt x="230592" y="159192"/>
                  </a:lnTo>
                  <a:lnTo>
                    <a:pt x="198754" y="31838"/>
                  </a:lnTo>
                  <a:cubicBezTo>
                    <a:pt x="198754" y="31838"/>
                    <a:pt x="166915" y="25471"/>
                    <a:pt x="128709" y="0"/>
                  </a:cubicBezTo>
                  <a:cubicBezTo>
                    <a:pt x="115974" y="12735"/>
                    <a:pt x="118139" y="37060"/>
                    <a:pt x="118139" y="37060"/>
                  </a:cubicBezTo>
                  <a:cubicBezTo>
                    <a:pt x="116993" y="41199"/>
                    <a:pt x="112599" y="43491"/>
                    <a:pt x="108524" y="42090"/>
                  </a:cubicBezTo>
                  <a:cubicBezTo>
                    <a:pt x="92031" y="36487"/>
                    <a:pt x="53507" y="23433"/>
                    <a:pt x="50196" y="21523"/>
                  </a:cubicBezTo>
                  <a:cubicBezTo>
                    <a:pt x="45929" y="19103"/>
                    <a:pt x="36187" y="22287"/>
                    <a:pt x="33194" y="25471"/>
                  </a:cubicBezTo>
                  <a:close/>
                </a:path>
              </a:pathLst>
            </a:custGeom>
            <a:solidFill>
              <a:srgbClr val="E8EDEB"/>
            </a:solidFill>
            <a:ln w="6367" cap="flat">
              <a:noFill/>
              <a:prstDash val="solid"/>
              <a:miter/>
            </a:ln>
          </p:spPr>
          <p:txBody>
            <a:bodyPr rtlCol="0" anchor="ctr"/>
            <a:lstStyle/>
            <a:p>
              <a:endParaRPr lang="ko-KR" altLang="en-US"/>
            </a:p>
          </p:txBody>
        </p:sp>
        <p:sp>
          <p:nvSpPr>
            <p:cNvPr id="39" name="자유형: 도형 38">
              <a:extLst>
                <a:ext uri="{FF2B5EF4-FFF2-40B4-BE49-F238E27FC236}">
                  <a16:creationId xmlns:a16="http://schemas.microsoft.com/office/drawing/2014/main" id="{3EB7C8D4-D3B0-5DC5-CE47-4D16CF0E7D68}"/>
                </a:ext>
              </a:extLst>
            </p:cNvPr>
            <p:cNvSpPr/>
            <p:nvPr/>
          </p:nvSpPr>
          <p:spPr>
            <a:xfrm>
              <a:off x="5175311" y="2615354"/>
              <a:ext cx="2101193" cy="2548777"/>
            </a:xfrm>
            <a:custGeom>
              <a:avLst/>
              <a:gdLst>
                <a:gd name="connsiteX0" fmla="*/ 239 w 2101193"/>
                <a:gd name="connsiteY0" fmla="*/ 260421 h 2548777"/>
                <a:gd name="connsiteX1" fmla="*/ 442921 w 2101193"/>
                <a:gd name="connsiteY1" fmla="*/ 31375 h 2548777"/>
                <a:gd name="connsiteX2" fmla="*/ 590906 w 2101193"/>
                <a:gd name="connsiteY2" fmla="*/ 174 h 2548777"/>
                <a:gd name="connsiteX3" fmla="*/ 680053 w 2101193"/>
                <a:gd name="connsiteY3" fmla="*/ 133895 h 2548777"/>
                <a:gd name="connsiteX4" fmla="*/ 764616 w 2101193"/>
                <a:gd name="connsiteY4" fmla="*/ 210944 h 2548777"/>
                <a:gd name="connsiteX5" fmla="*/ 1199529 w 2101193"/>
                <a:gd name="connsiteY5" fmla="*/ 391277 h 2548777"/>
                <a:gd name="connsiteX6" fmla="*/ 1743330 w 2101193"/>
                <a:gd name="connsiteY6" fmla="*/ 1064596 h 2548777"/>
                <a:gd name="connsiteX7" fmla="*/ 1848142 w 2101193"/>
                <a:gd name="connsiteY7" fmla="*/ 1519122 h 2548777"/>
                <a:gd name="connsiteX8" fmla="*/ 1861769 w 2101193"/>
                <a:gd name="connsiteY8" fmla="*/ 1593879 h 2548777"/>
                <a:gd name="connsiteX9" fmla="*/ 1887431 w 2101193"/>
                <a:gd name="connsiteY9" fmla="*/ 1569427 h 2548777"/>
                <a:gd name="connsiteX10" fmla="*/ 1992880 w 2101193"/>
                <a:gd name="connsiteY10" fmla="*/ 1422333 h 2548777"/>
                <a:gd name="connsiteX11" fmla="*/ 2018732 w 2101193"/>
                <a:gd name="connsiteY11" fmla="*/ 1418322 h 2548777"/>
                <a:gd name="connsiteX12" fmla="*/ 2101194 w 2101193"/>
                <a:gd name="connsiteY12" fmla="*/ 1482444 h 2548777"/>
                <a:gd name="connsiteX13" fmla="*/ 2035352 w 2101193"/>
                <a:gd name="connsiteY13" fmla="*/ 1530775 h 2548777"/>
                <a:gd name="connsiteX14" fmla="*/ 1728493 w 2101193"/>
                <a:gd name="connsiteY14" fmla="*/ 1740145 h 2548777"/>
                <a:gd name="connsiteX15" fmla="*/ 1716203 w 2101193"/>
                <a:gd name="connsiteY15" fmla="*/ 1745621 h 2548777"/>
                <a:gd name="connsiteX16" fmla="*/ 1701303 w 2101193"/>
                <a:gd name="connsiteY16" fmla="*/ 1711490 h 2548777"/>
                <a:gd name="connsiteX17" fmla="*/ 1631195 w 2101193"/>
                <a:gd name="connsiteY17" fmla="*/ 1378014 h 2548777"/>
                <a:gd name="connsiteX18" fmla="*/ 1337772 w 2101193"/>
                <a:gd name="connsiteY18" fmla="*/ 757037 h 2548777"/>
                <a:gd name="connsiteX19" fmla="*/ 1089241 w 2101193"/>
                <a:gd name="connsiteY19" fmla="*/ 565051 h 2548777"/>
                <a:gd name="connsiteX20" fmla="*/ 622617 w 2101193"/>
                <a:gd name="connsiteY20" fmla="*/ 396499 h 2548777"/>
                <a:gd name="connsiteX21" fmla="*/ 583328 w 2101193"/>
                <a:gd name="connsiteY21" fmla="*/ 401847 h 2548777"/>
                <a:gd name="connsiteX22" fmla="*/ 398347 w 2101193"/>
                <a:gd name="connsiteY22" fmla="*/ 491186 h 2548777"/>
                <a:gd name="connsiteX23" fmla="*/ 386949 w 2101193"/>
                <a:gd name="connsiteY23" fmla="*/ 522515 h 2548777"/>
                <a:gd name="connsiteX24" fmla="*/ 564798 w 2101193"/>
                <a:gd name="connsiteY24" fmla="*/ 1044538 h 2548777"/>
                <a:gd name="connsiteX25" fmla="*/ 644904 w 2101193"/>
                <a:gd name="connsiteY25" fmla="*/ 1501802 h 2548777"/>
                <a:gd name="connsiteX26" fmla="*/ 709663 w 2101193"/>
                <a:gd name="connsiteY26" fmla="*/ 2016948 h 2548777"/>
                <a:gd name="connsiteX27" fmla="*/ 738509 w 2101193"/>
                <a:gd name="connsiteY27" fmla="*/ 2289994 h 2548777"/>
                <a:gd name="connsiteX28" fmla="*/ 755638 w 2101193"/>
                <a:gd name="connsiteY28" fmla="*/ 2312982 h 2548777"/>
                <a:gd name="connsiteX29" fmla="*/ 766718 w 2101193"/>
                <a:gd name="connsiteY29" fmla="*/ 2328965 h 2548777"/>
                <a:gd name="connsiteX30" fmla="*/ 754555 w 2101193"/>
                <a:gd name="connsiteY30" fmla="*/ 2404167 h 2548777"/>
                <a:gd name="connsiteX31" fmla="*/ 540092 w 2101193"/>
                <a:gd name="connsiteY31" fmla="*/ 2548777 h 2548777"/>
                <a:gd name="connsiteX32" fmla="*/ 507489 w 2101193"/>
                <a:gd name="connsiteY32" fmla="*/ 2456510 h 2548777"/>
                <a:gd name="connsiteX33" fmla="*/ 524109 w 2101193"/>
                <a:gd name="connsiteY33" fmla="*/ 2438680 h 2548777"/>
                <a:gd name="connsiteX34" fmla="*/ 540919 w 2101193"/>
                <a:gd name="connsiteY34" fmla="*/ 2406714 h 2548777"/>
                <a:gd name="connsiteX35" fmla="*/ 415985 w 2101193"/>
                <a:gd name="connsiteY35" fmla="*/ 1348468 h 2548777"/>
                <a:gd name="connsiteX36" fmla="*/ 158540 w 2101193"/>
                <a:gd name="connsiteY36" fmla="*/ 535442 h 2548777"/>
                <a:gd name="connsiteX37" fmla="*/ 10555 w 2101193"/>
                <a:gd name="connsiteY37" fmla="*/ 285192 h 2548777"/>
                <a:gd name="connsiteX38" fmla="*/ 239 w 2101193"/>
                <a:gd name="connsiteY38" fmla="*/ 260421 h 254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2101193" h="2548777">
                  <a:moveTo>
                    <a:pt x="239" y="260421"/>
                  </a:moveTo>
                  <a:cubicBezTo>
                    <a:pt x="128930" y="147586"/>
                    <a:pt x="276278" y="70728"/>
                    <a:pt x="442921" y="31375"/>
                  </a:cubicBezTo>
                  <a:cubicBezTo>
                    <a:pt x="469538" y="25135"/>
                    <a:pt x="586003" y="-2437"/>
                    <a:pt x="590906" y="174"/>
                  </a:cubicBezTo>
                  <a:cubicBezTo>
                    <a:pt x="629112" y="51115"/>
                    <a:pt x="646814" y="78560"/>
                    <a:pt x="680053" y="133895"/>
                  </a:cubicBezTo>
                  <a:cubicBezTo>
                    <a:pt x="697755" y="167708"/>
                    <a:pt x="718323" y="201520"/>
                    <a:pt x="764616" y="210944"/>
                  </a:cubicBezTo>
                  <a:cubicBezTo>
                    <a:pt x="807343" y="219668"/>
                    <a:pt x="1176733" y="379306"/>
                    <a:pt x="1199529" y="391277"/>
                  </a:cubicBezTo>
                  <a:cubicBezTo>
                    <a:pt x="1477925" y="537416"/>
                    <a:pt x="1642784" y="775122"/>
                    <a:pt x="1743330" y="1064596"/>
                  </a:cubicBezTo>
                  <a:cubicBezTo>
                    <a:pt x="1794653" y="1212263"/>
                    <a:pt x="1820315" y="1365979"/>
                    <a:pt x="1848142" y="1519122"/>
                  </a:cubicBezTo>
                  <a:cubicBezTo>
                    <a:pt x="1852536" y="1543320"/>
                    <a:pt x="1856930" y="1567517"/>
                    <a:pt x="1861769" y="1593879"/>
                  </a:cubicBezTo>
                  <a:cubicBezTo>
                    <a:pt x="1874313" y="1588466"/>
                    <a:pt x="1880171" y="1578023"/>
                    <a:pt x="1887431" y="1569427"/>
                  </a:cubicBezTo>
                  <a:cubicBezTo>
                    <a:pt x="1926528" y="1523261"/>
                    <a:pt x="1965180" y="1476522"/>
                    <a:pt x="1992880" y="1422333"/>
                  </a:cubicBezTo>
                  <a:cubicBezTo>
                    <a:pt x="2001349" y="1405714"/>
                    <a:pt x="2007461" y="1409279"/>
                    <a:pt x="2018732" y="1418322"/>
                  </a:cubicBezTo>
                  <a:cubicBezTo>
                    <a:pt x="2045795" y="1440227"/>
                    <a:pt x="2073686" y="1461112"/>
                    <a:pt x="2101194" y="1482444"/>
                  </a:cubicBezTo>
                  <a:cubicBezTo>
                    <a:pt x="2082473" y="1502948"/>
                    <a:pt x="2057639" y="1515302"/>
                    <a:pt x="2035352" y="1530775"/>
                  </a:cubicBezTo>
                  <a:cubicBezTo>
                    <a:pt x="1933596" y="1601329"/>
                    <a:pt x="1830886" y="1670546"/>
                    <a:pt x="1728493" y="1740145"/>
                  </a:cubicBezTo>
                  <a:cubicBezTo>
                    <a:pt x="1724863" y="1742628"/>
                    <a:pt x="1720343" y="1743838"/>
                    <a:pt x="1716203" y="1745621"/>
                  </a:cubicBezTo>
                  <a:cubicBezTo>
                    <a:pt x="1703850" y="1737470"/>
                    <a:pt x="1703850" y="1723780"/>
                    <a:pt x="1701303" y="1711490"/>
                  </a:cubicBezTo>
                  <a:cubicBezTo>
                    <a:pt x="1678379" y="1600247"/>
                    <a:pt x="1657302" y="1488621"/>
                    <a:pt x="1631195" y="1378014"/>
                  </a:cubicBezTo>
                  <a:cubicBezTo>
                    <a:pt x="1577324" y="1150178"/>
                    <a:pt x="1484802" y="940299"/>
                    <a:pt x="1337772" y="757037"/>
                  </a:cubicBezTo>
                  <a:cubicBezTo>
                    <a:pt x="1270975" y="673748"/>
                    <a:pt x="1182528" y="615356"/>
                    <a:pt x="1089241" y="565051"/>
                  </a:cubicBezTo>
                  <a:cubicBezTo>
                    <a:pt x="942084" y="485774"/>
                    <a:pt x="784038" y="436551"/>
                    <a:pt x="622617" y="396499"/>
                  </a:cubicBezTo>
                  <a:cubicBezTo>
                    <a:pt x="608417" y="392996"/>
                    <a:pt x="595936" y="393952"/>
                    <a:pt x="583328" y="401847"/>
                  </a:cubicBezTo>
                  <a:cubicBezTo>
                    <a:pt x="524937" y="438271"/>
                    <a:pt x="465144" y="472020"/>
                    <a:pt x="398347" y="491186"/>
                  </a:cubicBezTo>
                  <a:cubicBezTo>
                    <a:pt x="379753" y="496535"/>
                    <a:pt x="379499" y="507105"/>
                    <a:pt x="386949" y="522515"/>
                  </a:cubicBezTo>
                  <a:cubicBezTo>
                    <a:pt x="467882" y="689158"/>
                    <a:pt x="518632" y="866243"/>
                    <a:pt x="564798" y="1044538"/>
                  </a:cubicBezTo>
                  <a:cubicBezTo>
                    <a:pt x="603641" y="1194625"/>
                    <a:pt x="622362" y="1348659"/>
                    <a:pt x="644904" y="1501802"/>
                  </a:cubicBezTo>
                  <a:cubicBezTo>
                    <a:pt x="670056" y="1673029"/>
                    <a:pt x="689541" y="1845020"/>
                    <a:pt x="709663" y="2016948"/>
                  </a:cubicBezTo>
                  <a:cubicBezTo>
                    <a:pt x="720297" y="2107815"/>
                    <a:pt x="729912" y="2198873"/>
                    <a:pt x="738509" y="2289994"/>
                  </a:cubicBezTo>
                  <a:cubicBezTo>
                    <a:pt x="739591" y="2301839"/>
                    <a:pt x="740419" y="2311899"/>
                    <a:pt x="755638" y="2312982"/>
                  </a:cubicBezTo>
                  <a:cubicBezTo>
                    <a:pt x="765062" y="2313619"/>
                    <a:pt x="766972" y="2320942"/>
                    <a:pt x="766718" y="2328965"/>
                  </a:cubicBezTo>
                  <a:cubicBezTo>
                    <a:pt x="765890" y="2354563"/>
                    <a:pt x="764680" y="2380097"/>
                    <a:pt x="754555" y="2404167"/>
                  </a:cubicBezTo>
                  <a:cubicBezTo>
                    <a:pt x="684702" y="2454790"/>
                    <a:pt x="615294" y="2506114"/>
                    <a:pt x="540092" y="2548777"/>
                  </a:cubicBezTo>
                  <a:cubicBezTo>
                    <a:pt x="519779" y="2521396"/>
                    <a:pt x="516722" y="2487838"/>
                    <a:pt x="507489" y="2456510"/>
                  </a:cubicBezTo>
                  <a:cubicBezTo>
                    <a:pt x="503668" y="2443647"/>
                    <a:pt x="516786" y="2441736"/>
                    <a:pt x="524109" y="2438680"/>
                  </a:cubicBezTo>
                  <a:cubicBezTo>
                    <a:pt x="539327" y="2432249"/>
                    <a:pt x="542384" y="2423143"/>
                    <a:pt x="540919" y="2406714"/>
                  </a:cubicBezTo>
                  <a:cubicBezTo>
                    <a:pt x="508126" y="2052925"/>
                    <a:pt x="473995" y="1699073"/>
                    <a:pt x="415985" y="1348468"/>
                  </a:cubicBezTo>
                  <a:cubicBezTo>
                    <a:pt x="369246" y="1065743"/>
                    <a:pt x="293853" y="790467"/>
                    <a:pt x="158540" y="535442"/>
                  </a:cubicBezTo>
                  <a:cubicBezTo>
                    <a:pt x="113138" y="449924"/>
                    <a:pt x="59968" y="368545"/>
                    <a:pt x="10555" y="285192"/>
                  </a:cubicBezTo>
                  <a:cubicBezTo>
                    <a:pt x="5906" y="277423"/>
                    <a:pt x="-1417" y="270737"/>
                    <a:pt x="239" y="260421"/>
                  </a:cubicBezTo>
                  <a:close/>
                </a:path>
              </a:pathLst>
            </a:custGeom>
            <a:solidFill>
              <a:schemeClr val="tx1">
                <a:lumMod val="85000"/>
                <a:lumOff val="15000"/>
              </a:schemeClr>
            </a:solidFill>
            <a:ln w="6367" cap="flat">
              <a:noFill/>
              <a:prstDash val="solid"/>
              <a:miter/>
            </a:ln>
          </p:spPr>
          <p:txBody>
            <a:bodyPr rtlCol="0" anchor="ctr"/>
            <a:lstStyle/>
            <a:p>
              <a:endParaRPr lang="ko-KR" altLang="en-US"/>
            </a:p>
          </p:txBody>
        </p:sp>
      </p:grpSp>
      <p:sp>
        <p:nvSpPr>
          <p:cNvPr id="3" name="Right Triangle 2">
            <a:extLst>
              <a:ext uri="{FF2B5EF4-FFF2-40B4-BE49-F238E27FC236}">
                <a16:creationId xmlns:a16="http://schemas.microsoft.com/office/drawing/2014/main" id="{9587F9D2-1C0D-40C9-7DE0-6AF09A1B5106}"/>
              </a:ext>
            </a:extLst>
          </p:cNvPr>
          <p:cNvSpPr/>
          <p:nvPr/>
        </p:nvSpPr>
        <p:spPr>
          <a:xfrm rot="18879220" flipH="1">
            <a:off x="7164801" y="-267452"/>
            <a:ext cx="5879336" cy="4288420"/>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2666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ight Triangle 3">
            <a:extLst>
              <a:ext uri="{FF2B5EF4-FFF2-40B4-BE49-F238E27FC236}">
                <a16:creationId xmlns:a16="http://schemas.microsoft.com/office/drawing/2014/main" id="{4A525DB3-3169-E0E5-F39A-7BD356E90AFB}"/>
              </a:ext>
            </a:extLst>
          </p:cNvPr>
          <p:cNvSpPr/>
          <p:nvPr/>
        </p:nvSpPr>
        <p:spPr>
          <a:xfrm rot="18879220" flipH="1">
            <a:off x="7164801" y="-267452"/>
            <a:ext cx="5879336" cy="4288420"/>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ight Triangle 4">
            <a:extLst>
              <a:ext uri="{FF2B5EF4-FFF2-40B4-BE49-F238E27FC236}">
                <a16:creationId xmlns:a16="http://schemas.microsoft.com/office/drawing/2014/main" id="{E3C22C5D-DD67-ED6B-BBC3-C6EF7E7B0A7A}"/>
              </a:ext>
            </a:extLst>
          </p:cNvPr>
          <p:cNvSpPr/>
          <p:nvPr/>
        </p:nvSpPr>
        <p:spPr>
          <a:xfrm rot="8167238" flipH="1">
            <a:off x="-1143856" y="2212411"/>
            <a:ext cx="6729509" cy="5002756"/>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a:xfrm>
            <a:off x="323527" y="610100"/>
            <a:ext cx="11504101" cy="724247"/>
          </a:xfrm>
        </p:spPr>
        <p:txBody>
          <a:bodyPr/>
          <a:lstStyle/>
          <a:p>
            <a:r>
              <a:rPr lang="en-US" b="1" dirty="0">
                <a:solidFill>
                  <a:schemeClr val="tx2">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a:t>
            </a:r>
          </a:p>
        </p:txBody>
      </p:sp>
      <p:sp>
        <p:nvSpPr>
          <p:cNvPr id="3" name="TextBox 2">
            <a:extLst>
              <a:ext uri="{FF2B5EF4-FFF2-40B4-BE49-F238E27FC236}">
                <a16:creationId xmlns:a16="http://schemas.microsoft.com/office/drawing/2014/main" id="{6B9BEBFE-A045-72E3-6E7C-17367960992A}"/>
              </a:ext>
            </a:extLst>
          </p:cNvPr>
          <p:cNvSpPr txBox="1"/>
          <p:nvPr/>
        </p:nvSpPr>
        <p:spPr>
          <a:xfrm>
            <a:off x="357576" y="1614199"/>
            <a:ext cx="11470051" cy="3231654"/>
          </a:xfrm>
          <a:prstGeom prst="rect">
            <a:avLst/>
          </a:prstGeom>
          <a:noFill/>
        </p:spPr>
        <p:txBody>
          <a:bodyPr wrap="square" rtlCol="0">
            <a:spAutoFit/>
          </a:bodyPr>
          <a:lstStyle/>
          <a:p>
            <a:pPr algn="just"/>
            <a:r>
              <a:rPr lang="en-US" sz="2400" dirty="0" err="1">
                <a:latin typeface="Times New Roman" panose="02020603050405020304" pitchFamily="18" charset="0"/>
                <a:cs typeface="Times New Roman" panose="02020603050405020304" pitchFamily="18" charset="0"/>
              </a:rPr>
              <a:t>Zstore</a:t>
            </a:r>
            <a:r>
              <a:rPr lang="en-US" sz="2400" dirty="0">
                <a:latin typeface="Times New Roman" panose="02020603050405020304" pitchFamily="18" charset="0"/>
                <a:cs typeface="Times New Roman" panose="02020603050405020304" pitchFamily="18" charset="0"/>
              </a:rPr>
              <a:t> is an Inventory Management System designed to help small to medium-sized businesses manage products, employees, suppliers, and transactions. Simplifies tracking of inventory levels and employee management. Built with HTML, CSS, JavaScript for the layout. Ensures  data consistency, secure access, and a user-friendly interface for non-technical users. This platform is designed to help businesses efficiently manage their inventory by providing features such as real-time tracking, reporting, and a user-friendly interface.</a:t>
            </a:r>
          </a:p>
          <a:p>
            <a:endParaRPr lang="en-US" dirty="0"/>
          </a:p>
          <a:p>
            <a:endParaRPr lang="en-US" dirty="0"/>
          </a:p>
        </p:txBody>
      </p:sp>
    </p:spTree>
    <p:extLst>
      <p:ext uri="{BB962C8B-B14F-4D97-AF65-F5344CB8AC3E}">
        <p14:creationId xmlns:p14="http://schemas.microsoft.com/office/powerpoint/2010/main" val="4201278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ight Triangle 3">
            <a:extLst>
              <a:ext uri="{FF2B5EF4-FFF2-40B4-BE49-F238E27FC236}">
                <a16:creationId xmlns:a16="http://schemas.microsoft.com/office/drawing/2014/main" id="{9440735D-373B-E53B-2C0B-851F55B47392}"/>
              </a:ext>
            </a:extLst>
          </p:cNvPr>
          <p:cNvSpPr/>
          <p:nvPr/>
        </p:nvSpPr>
        <p:spPr>
          <a:xfrm rot="8167238" flipH="1">
            <a:off x="-1143856" y="2212411"/>
            <a:ext cx="6729509" cy="5002756"/>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a:xfrm>
            <a:off x="309401" y="252417"/>
            <a:ext cx="11573197" cy="724247"/>
          </a:xfrm>
        </p:spPr>
        <p:txBody>
          <a:bodyPr/>
          <a:lstStyle/>
          <a:p>
            <a:r>
              <a:rPr lang="en-US" b="1" dirty="0">
                <a:solidFill>
                  <a:schemeClr val="tx2">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Objective</a:t>
            </a:r>
          </a:p>
        </p:txBody>
      </p:sp>
      <p:sp>
        <p:nvSpPr>
          <p:cNvPr id="50" name="Rectangle 1">
            <a:extLst>
              <a:ext uri="{FF2B5EF4-FFF2-40B4-BE49-F238E27FC236}">
                <a16:creationId xmlns:a16="http://schemas.microsoft.com/office/drawing/2014/main" id="{AAE32D1C-787E-874A-1A5C-63BDB48918CE}"/>
              </a:ext>
            </a:extLst>
          </p:cNvPr>
          <p:cNvSpPr>
            <a:spLocks noChangeArrowheads="1"/>
          </p:cNvSpPr>
          <p:nvPr/>
        </p:nvSpPr>
        <p:spPr bwMode="auto">
          <a:xfrm>
            <a:off x="545324" y="1265096"/>
            <a:ext cx="10203542" cy="3407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200000"/>
              </a:lnSpc>
              <a:spcBef>
                <a:spcPct val="0"/>
              </a:spcBef>
              <a:spcAft>
                <a:spcPct val="0"/>
              </a:spcAft>
              <a:buClrTx/>
              <a:buSzTx/>
              <a:buFont typeface="Wingdings" panose="05000000000000000000" pitchFamily="2" charset="2"/>
              <a:buChar char="ü"/>
              <a:tabLst/>
            </a:pPr>
            <a:r>
              <a:rPr kumimoji="0" lang="en-US" altLang="en-US" sz="2800" i="0" u="none" strike="noStrike" cap="none" normalizeH="0" baseline="0" dirty="0">
                <a:ln>
                  <a:noFill/>
                </a:ln>
                <a:solidFill>
                  <a:schemeClr val="tx2">
                    <a:lumMod val="50000"/>
                  </a:schemeClr>
                </a:solidFill>
                <a:effectLst/>
                <a:latin typeface="Times New Roman" panose="02020603050405020304" pitchFamily="18" charset="0"/>
                <a:cs typeface="Times New Roman" panose="02020603050405020304" pitchFamily="18" charset="0"/>
              </a:rPr>
              <a:t>Create a clean and responsive web interface.</a:t>
            </a:r>
          </a:p>
          <a:p>
            <a:pPr marL="457200" marR="0" lvl="0" indent="-457200" algn="just" defTabSz="914400" rtl="0" eaLnBrk="0" fontAlgn="base" latinLnBrk="0" hangingPunct="0">
              <a:lnSpc>
                <a:spcPct val="200000"/>
              </a:lnSpc>
              <a:spcBef>
                <a:spcPct val="0"/>
              </a:spcBef>
              <a:spcAft>
                <a:spcPct val="0"/>
              </a:spcAft>
              <a:buClrTx/>
              <a:buSzTx/>
              <a:buFont typeface="Wingdings" panose="05000000000000000000" pitchFamily="2" charset="2"/>
              <a:buChar char="ü"/>
              <a:tabLst/>
            </a:pPr>
            <a:r>
              <a:rPr kumimoji="0" lang="en-US" altLang="en-US" sz="2800" i="0" u="none" strike="noStrike" cap="none" normalizeH="0" baseline="0" dirty="0">
                <a:ln>
                  <a:noFill/>
                </a:ln>
                <a:solidFill>
                  <a:schemeClr val="tx2">
                    <a:lumMod val="50000"/>
                  </a:schemeClr>
                </a:solidFill>
                <a:effectLst/>
                <a:latin typeface="Times New Roman" panose="02020603050405020304" pitchFamily="18" charset="0"/>
                <a:cs typeface="Times New Roman" panose="02020603050405020304" pitchFamily="18" charset="0"/>
              </a:rPr>
              <a:t>Provide separate UI pages for different business operations.</a:t>
            </a:r>
          </a:p>
          <a:p>
            <a:pPr marL="457200" marR="0" lvl="0" indent="-457200" algn="just" defTabSz="914400" rtl="0" eaLnBrk="0" fontAlgn="base" latinLnBrk="0" hangingPunct="0">
              <a:lnSpc>
                <a:spcPct val="200000"/>
              </a:lnSpc>
              <a:spcBef>
                <a:spcPct val="0"/>
              </a:spcBef>
              <a:spcAft>
                <a:spcPct val="0"/>
              </a:spcAft>
              <a:buClrTx/>
              <a:buSzTx/>
              <a:buFont typeface="Wingdings" panose="05000000000000000000" pitchFamily="2" charset="2"/>
              <a:buChar char="ü"/>
              <a:tabLst/>
            </a:pPr>
            <a:r>
              <a:rPr kumimoji="0" lang="en-US" altLang="en-US" sz="2800" i="0" u="none" strike="noStrike" cap="none" normalizeH="0" baseline="0" dirty="0">
                <a:ln>
                  <a:noFill/>
                </a:ln>
                <a:solidFill>
                  <a:schemeClr val="tx2">
                    <a:lumMod val="50000"/>
                  </a:schemeClr>
                </a:solidFill>
                <a:effectLst/>
                <a:latin typeface="Times New Roman" panose="02020603050405020304" pitchFamily="18" charset="0"/>
                <a:cs typeface="Times New Roman" panose="02020603050405020304" pitchFamily="18" charset="0"/>
              </a:rPr>
              <a:t>Ensure smooth navigation between modules.</a:t>
            </a:r>
          </a:p>
          <a:p>
            <a:pPr marL="457200" marR="0" lvl="0" indent="-457200" algn="just" defTabSz="914400" rtl="0" eaLnBrk="0" fontAlgn="base" latinLnBrk="0" hangingPunct="0">
              <a:lnSpc>
                <a:spcPct val="200000"/>
              </a:lnSpc>
              <a:spcBef>
                <a:spcPct val="0"/>
              </a:spcBef>
              <a:spcAft>
                <a:spcPct val="0"/>
              </a:spcAft>
              <a:buClrTx/>
              <a:buSzTx/>
              <a:buFont typeface="Wingdings" panose="05000000000000000000" pitchFamily="2" charset="2"/>
              <a:buChar char="ü"/>
              <a:tabLst/>
            </a:pPr>
            <a:r>
              <a:rPr kumimoji="0" lang="en-US" altLang="en-US" sz="2800" i="0" u="none" strike="noStrike" cap="none" normalizeH="0" baseline="0" dirty="0">
                <a:ln>
                  <a:noFill/>
                </a:ln>
                <a:solidFill>
                  <a:schemeClr val="tx2">
                    <a:lumMod val="50000"/>
                  </a:schemeClr>
                </a:solidFill>
                <a:effectLst/>
                <a:latin typeface="Times New Roman" panose="02020603050405020304" pitchFamily="18" charset="0"/>
                <a:cs typeface="Times New Roman" panose="02020603050405020304" pitchFamily="18" charset="0"/>
              </a:rPr>
              <a:t>Design a structure suitable for future backend integration</a:t>
            </a:r>
            <a:r>
              <a:rPr kumimoji="0" lang="en-US" altLang="en-US" sz="2800" b="0" i="0" u="none" strike="noStrike" cap="none" normalizeH="0" baseline="0" dirty="0">
                <a:ln>
                  <a:noFill/>
                </a:ln>
                <a:solidFill>
                  <a:schemeClr val="tx2">
                    <a:lumMod val="50000"/>
                  </a:schemeClr>
                </a:solidFill>
                <a:effectLst/>
                <a:latin typeface="Arial" panose="020B0604020202020204" pitchFamily="34" charset="0"/>
              </a:rPr>
              <a:t>.</a:t>
            </a:r>
          </a:p>
        </p:txBody>
      </p:sp>
      <p:sp>
        <p:nvSpPr>
          <p:cNvPr id="3" name="Right Triangle 2">
            <a:extLst>
              <a:ext uri="{FF2B5EF4-FFF2-40B4-BE49-F238E27FC236}">
                <a16:creationId xmlns:a16="http://schemas.microsoft.com/office/drawing/2014/main" id="{BD550162-DEB8-3EEF-D456-08514D864CF5}"/>
              </a:ext>
            </a:extLst>
          </p:cNvPr>
          <p:cNvSpPr/>
          <p:nvPr/>
        </p:nvSpPr>
        <p:spPr>
          <a:xfrm rot="18879220" flipH="1">
            <a:off x="7164801" y="-267452"/>
            <a:ext cx="5879336" cy="4288420"/>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37942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ight Triangle 3">
            <a:extLst>
              <a:ext uri="{FF2B5EF4-FFF2-40B4-BE49-F238E27FC236}">
                <a16:creationId xmlns:a16="http://schemas.microsoft.com/office/drawing/2014/main" id="{B5B4C4EA-8055-F41C-483D-B248992C5139}"/>
              </a:ext>
            </a:extLst>
          </p:cNvPr>
          <p:cNvSpPr/>
          <p:nvPr/>
        </p:nvSpPr>
        <p:spPr>
          <a:xfrm rot="18879220" flipH="1">
            <a:off x="7164801" y="-267452"/>
            <a:ext cx="5879336" cy="4288420"/>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ight Triangle 8">
            <a:extLst>
              <a:ext uri="{FF2B5EF4-FFF2-40B4-BE49-F238E27FC236}">
                <a16:creationId xmlns:a16="http://schemas.microsoft.com/office/drawing/2014/main" id="{62D1E9BD-4580-1DB8-2321-A679E703D09E}"/>
              </a:ext>
            </a:extLst>
          </p:cNvPr>
          <p:cNvSpPr/>
          <p:nvPr/>
        </p:nvSpPr>
        <p:spPr>
          <a:xfrm rot="8167238" flipH="1">
            <a:off x="-1143856" y="2212411"/>
            <a:ext cx="6729509" cy="5002756"/>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a:xfrm>
            <a:off x="323529" y="339509"/>
            <a:ext cx="11573197" cy="649567"/>
          </a:xfrm>
        </p:spPr>
        <p:txBody>
          <a:bodyPr/>
          <a:lstStyle/>
          <a:p>
            <a:r>
              <a:rPr lang="en-US"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Folder Structure</a:t>
            </a:r>
          </a:p>
        </p:txBody>
      </p:sp>
      <p:grpSp>
        <p:nvGrpSpPr>
          <p:cNvPr id="3" name="그룹 2">
            <a:extLst>
              <a:ext uri="{FF2B5EF4-FFF2-40B4-BE49-F238E27FC236}">
                <a16:creationId xmlns:a16="http://schemas.microsoft.com/office/drawing/2014/main" id="{86737AB1-902D-4719-83EA-458CEA1C88B2}"/>
              </a:ext>
            </a:extLst>
          </p:cNvPr>
          <p:cNvGrpSpPr/>
          <p:nvPr/>
        </p:nvGrpSpPr>
        <p:grpSpPr>
          <a:xfrm>
            <a:off x="3831757" y="2131315"/>
            <a:ext cx="2824323" cy="4151411"/>
            <a:chOff x="7166909" y="2026754"/>
            <a:chExt cx="2824323" cy="4151411"/>
          </a:xfrm>
          <a:effectLst/>
        </p:grpSpPr>
        <p:sp>
          <p:nvSpPr>
            <p:cNvPr id="5" name="Frame 6">
              <a:extLst>
                <a:ext uri="{FF2B5EF4-FFF2-40B4-BE49-F238E27FC236}">
                  <a16:creationId xmlns:a16="http://schemas.microsoft.com/office/drawing/2014/main" id="{18B76BB7-E411-4380-B865-B5A370E2B442}"/>
                </a:ext>
              </a:extLst>
            </p:cNvPr>
            <p:cNvSpPr/>
            <p:nvPr/>
          </p:nvSpPr>
          <p:spPr>
            <a:xfrm rot="120000">
              <a:off x="8119999" y="5462950"/>
              <a:ext cx="1407076" cy="715215"/>
            </a:xfrm>
            <a:prstGeom prst="rect">
              <a:avLst/>
            </a:prstGeom>
            <a:solidFill>
              <a:schemeClr val="accent3"/>
            </a:solidFill>
            <a:ln>
              <a:noFill/>
            </a:ln>
            <a:scene3d>
              <a:camera prst="isometricOffAxis1Left">
                <a:rot lat="1140000" lon="3000000" rev="120000"/>
              </a:camera>
              <a:lightRig rig="balanced" dir="t"/>
            </a:scene3d>
            <a:sp3d extrusionH="1320800" contourW="6350" prstMaterial="matte">
              <a:extrusionClr>
                <a:schemeClr val="accent3"/>
              </a:extrusionClr>
              <a:contourClr>
                <a:schemeClr val="accent3"/>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solidFill>
              </a:endParaRPr>
            </a:p>
          </p:txBody>
        </p:sp>
        <p:sp>
          <p:nvSpPr>
            <p:cNvPr id="6" name="Frame 7">
              <a:extLst>
                <a:ext uri="{FF2B5EF4-FFF2-40B4-BE49-F238E27FC236}">
                  <a16:creationId xmlns:a16="http://schemas.microsoft.com/office/drawing/2014/main" id="{9F3858E7-F50D-4690-AF7B-0F953045D53F}"/>
                </a:ext>
              </a:extLst>
            </p:cNvPr>
            <p:cNvSpPr/>
            <p:nvPr/>
          </p:nvSpPr>
          <p:spPr>
            <a:xfrm rot="120000">
              <a:off x="8105871" y="4035075"/>
              <a:ext cx="1407076" cy="715215"/>
            </a:xfrm>
            <a:prstGeom prst="rect">
              <a:avLst/>
            </a:prstGeom>
            <a:solidFill>
              <a:schemeClr val="accent2"/>
            </a:solidFill>
            <a:ln>
              <a:noFill/>
            </a:ln>
            <a:effectLst/>
            <a:scene3d>
              <a:camera prst="isometricOffAxis1Left">
                <a:rot lat="1140000" lon="3000000" rev="120000"/>
              </a:camera>
              <a:lightRig rig="balanced" dir="t"/>
            </a:scene3d>
            <a:sp3d extrusionH="1320800" prstMaterial="matte">
              <a:extrusionClr>
                <a:schemeClr val="accent2"/>
              </a:extrusionClr>
              <a:contourClr>
                <a:schemeClr val="accent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chemeClr val="tx1"/>
                </a:solidFill>
              </a:endParaRPr>
            </a:p>
          </p:txBody>
        </p:sp>
        <p:sp>
          <p:nvSpPr>
            <p:cNvPr id="7" name="Arrow: Up 28">
              <a:extLst>
                <a:ext uri="{FF2B5EF4-FFF2-40B4-BE49-F238E27FC236}">
                  <a16:creationId xmlns:a16="http://schemas.microsoft.com/office/drawing/2014/main" id="{66E087B8-FF47-48FF-9C25-A86D5DBEE134}"/>
                </a:ext>
              </a:extLst>
            </p:cNvPr>
            <p:cNvSpPr/>
            <p:nvPr/>
          </p:nvSpPr>
          <p:spPr>
            <a:xfrm rot="120000">
              <a:off x="7166909" y="2026754"/>
              <a:ext cx="2824323" cy="1271100"/>
            </a:xfrm>
            <a:prstGeom prst="upArrow">
              <a:avLst/>
            </a:prstGeom>
            <a:solidFill>
              <a:schemeClr val="accent1"/>
            </a:solidFill>
            <a:ln>
              <a:noFill/>
            </a:ln>
            <a:scene3d>
              <a:camera prst="isometricOffAxis1Left">
                <a:rot lat="1140000" lon="3000000" rev="120000"/>
              </a:camera>
              <a:lightRig rig="balanced" dir="t"/>
            </a:scene3d>
            <a:sp3d extrusionH="1320800" prstMaterial="matte">
              <a:extrusionClr>
                <a:schemeClr val="accent1"/>
              </a:extrusionClr>
              <a:contourClr>
                <a:schemeClr val="accent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chemeClr val="tx1"/>
                </a:solidFill>
              </a:endParaRPr>
            </a:p>
          </p:txBody>
        </p:sp>
      </p:grpSp>
      <p:sp>
        <p:nvSpPr>
          <p:cNvPr id="8" name="Oval 55">
            <a:extLst>
              <a:ext uri="{FF2B5EF4-FFF2-40B4-BE49-F238E27FC236}">
                <a16:creationId xmlns:a16="http://schemas.microsoft.com/office/drawing/2014/main" id="{D2EE7873-A499-4260-80DC-219C19C84247}"/>
              </a:ext>
            </a:extLst>
          </p:cNvPr>
          <p:cNvSpPr/>
          <p:nvPr/>
        </p:nvSpPr>
        <p:spPr>
          <a:xfrm>
            <a:off x="847903" y="3883030"/>
            <a:ext cx="566802" cy="5668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0" name="TextBox 9">
            <a:extLst>
              <a:ext uri="{FF2B5EF4-FFF2-40B4-BE49-F238E27FC236}">
                <a16:creationId xmlns:a16="http://schemas.microsoft.com/office/drawing/2014/main" id="{E04CB16D-B769-465B-BC8A-97C3660F4874}"/>
              </a:ext>
            </a:extLst>
          </p:cNvPr>
          <p:cNvSpPr txBox="1"/>
          <p:nvPr/>
        </p:nvSpPr>
        <p:spPr>
          <a:xfrm>
            <a:off x="1470911" y="3897329"/>
            <a:ext cx="1982255" cy="553998"/>
          </a:xfrm>
          <a:prstGeom prst="rect">
            <a:avLst/>
          </a:prstGeom>
          <a:noFill/>
        </p:spPr>
        <p:txBody>
          <a:bodyPr wrap="square" lIns="108000" rIns="108000" rtlCol="0">
            <a:spAutoFit/>
          </a:bodyPr>
          <a:lstStyle/>
          <a:p>
            <a:pPr algn="ctr"/>
            <a:r>
              <a:rPr lang="en-US" altLang="ko-KR" sz="3000" b="1" dirty="0">
                <a:solidFill>
                  <a:schemeClr val="accent2"/>
                </a:solidFill>
                <a:latin typeface="Times New Roman" panose="02020603050405020304" pitchFamily="18" charset="0"/>
                <a:cs typeface="Times New Roman" panose="02020603050405020304" pitchFamily="18" charset="0"/>
              </a:rPr>
              <a:t>CSS Files</a:t>
            </a:r>
            <a:endParaRPr lang="ko-KR" altLang="en-US" sz="3000" b="1" dirty="0">
              <a:solidFill>
                <a:schemeClr val="accent2"/>
              </a:solidFill>
              <a:latin typeface="Times New Roman" panose="02020603050405020304" pitchFamily="18" charset="0"/>
              <a:cs typeface="Times New Roman" panose="02020603050405020304" pitchFamily="18" charset="0"/>
            </a:endParaRPr>
          </a:p>
        </p:txBody>
      </p:sp>
      <p:cxnSp>
        <p:nvCxnSpPr>
          <p:cNvPr id="11" name="직선 연결선 10">
            <a:extLst>
              <a:ext uri="{FF2B5EF4-FFF2-40B4-BE49-F238E27FC236}">
                <a16:creationId xmlns:a16="http://schemas.microsoft.com/office/drawing/2014/main" id="{72FCD54C-6A95-442F-86F0-2B8BBC15B39C}"/>
              </a:ext>
            </a:extLst>
          </p:cNvPr>
          <p:cNvCxnSpPr>
            <a:cxnSpLocks/>
          </p:cNvCxnSpPr>
          <p:nvPr/>
        </p:nvCxnSpPr>
        <p:spPr>
          <a:xfrm flipV="1">
            <a:off x="3659321" y="4207021"/>
            <a:ext cx="792000" cy="4100"/>
          </a:xfrm>
          <a:prstGeom prst="line">
            <a:avLst/>
          </a:prstGeom>
          <a:ln w="19050">
            <a:solidFill>
              <a:schemeClr val="accent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C92A868F-451F-46C5-9628-7C9155447E2A}"/>
              </a:ext>
            </a:extLst>
          </p:cNvPr>
          <p:cNvCxnSpPr>
            <a:cxnSpLocks/>
          </p:cNvCxnSpPr>
          <p:nvPr/>
        </p:nvCxnSpPr>
        <p:spPr>
          <a:xfrm>
            <a:off x="7314995" y="4213582"/>
            <a:ext cx="792000" cy="4100"/>
          </a:xfrm>
          <a:prstGeom prst="line">
            <a:avLst/>
          </a:prstGeom>
          <a:ln w="19050">
            <a:solidFill>
              <a:schemeClr val="accent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0" name="Oval 55">
            <a:extLst>
              <a:ext uri="{FF2B5EF4-FFF2-40B4-BE49-F238E27FC236}">
                <a16:creationId xmlns:a16="http://schemas.microsoft.com/office/drawing/2014/main" id="{421B4AC6-83D7-4DA6-855D-B8E006351DD9}"/>
              </a:ext>
            </a:extLst>
          </p:cNvPr>
          <p:cNvSpPr/>
          <p:nvPr/>
        </p:nvSpPr>
        <p:spPr>
          <a:xfrm>
            <a:off x="847903" y="5359666"/>
            <a:ext cx="566802" cy="56680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2" name="TextBox 21">
            <a:extLst>
              <a:ext uri="{FF2B5EF4-FFF2-40B4-BE49-F238E27FC236}">
                <a16:creationId xmlns:a16="http://schemas.microsoft.com/office/drawing/2014/main" id="{B497D332-E8EA-48A7-81B7-BA798C2036EE}"/>
              </a:ext>
            </a:extLst>
          </p:cNvPr>
          <p:cNvSpPr txBox="1"/>
          <p:nvPr/>
        </p:nvSpPr>
        <p:spPr>
          <a:xfrm>
            <a:off x="1429383" y="5369820"/>
            <a:ext cx="2380380" cy="523220"/>
          </a:xfrm>
          <a:prstGeom prst="rect">
            <a:avLst/>
          </a:prstGeom>
          <a:noFill/>
        </p:spPr>
        <p:txBody>
          <a:bodyPr wrap="square" lIns="108000" rIns="108000" rtlCol="0">
            <a:spAutoFit/>
          </a:bodyPr>
          <a:lstStyle/>
          <a:p>
            <a:pPr algn="ctr"/>
            <a:r>
              <a:rPr lang="en-US" altLang="ko-KR" sz="2800" b="1" dirty="0">
                <a:solidFill>
                  <a:schemeClr val="accent3"/>
                </a:solidFill>
                <a:latin typeface="Times New Roman" panose="02020603050405020304" pitchFamily="18" charset="0"/>
                <a:cs typeface="Times New Roman" panose="02020603050405020304" pitchFamily="18" charset="0"/>
              </a:rPr>
              <a:t>Assets Folder</a:t>
            </a:r>
            <a:endParaRPr lang="ko-KR" altLang="en-US" sz="2800" b="1" dirty="0">
              <a:solidFill>
                <a:schemeClr val="accent3"/>
              </a:solidFill>
              <a:latin typeface="Times New Roman" panose="02020603050405020304" pitchFamily="18" charset="0"/>
              <a:cs typeface="Times New Roman" panose="02020603050405020304" pitchFamily="18" charset="0"/>
            </a:endParaRPr>
          </a:p>
        </p:txBody>
      </p:sp>
      <p:cxnSp>
        <p:nvCxnSpPr>
          <p:cNvPr id="23" name="직선 연결선 22">
            <a:extLst>
              <a:ext uri="{FF2B5EF4-FFF2-40B4-BE49-F238E27FC236}">
                <a16:creationId xmlns:a16="http://schemas.microsoft.com/office/drawing/2014/main" id="{E525DAAD-3FA4-4683-9574-D224841B3647}"/>
              </a:ext>
            </a:extLst>
          </p:cNvPr>
          <p:cNvCxnSpPr>
            <a:cxnSpLocks/>
          </p:cNvCxnSpPr>
          <p:nvPr/>
        </p:nvCxnSpPr>
        <p:spPr>
          <a:xfrm>
            <a:off x="3716588" y="5689141"/>
            <a:ext cx="792000" cy="0"/>
          </a:xfrm>
          <a:prstGeom prst="line">
            <a:avLst/>
          </a:prstGeom>
          <a:ln w="19050">
            <a:solidFill>
              <a:schemeClr val="accent3"/>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4" name="직선 연결선 23">
            <a:extLst>
              <a:ext uri="{FF2B5EF4-FFF2-40B4-BE49-F238E27FC236}">
                <a16:creationId xmlns:a16="http://schemas.microsoft.com/office/drawing/2014/main" id="{D91E0160-97F8-49ED-B559-23F5A4A9E456}"/>
              </a:ext>
            </a:extLst>
          </p:cNvPr>
          <p:cNvCxnSpPr>
            <a:cxnSpLocks/>
          </p:cNvCxnSpPr>
          <p:nvPr/>
        </p:nvCxnSpPr>
        <p:spPr>
          <a:xfrm flipV="1">
            <a:off x="7314995" y="5652395"/>
            <a:ext cx="792000" cy="2758"/>
          </a:xfrm>
          <a:prstGeom prst="line">
            <a:avLst/>
          </a:prstGeom>
          <a:ln w="19050">
            <a:solidFill>
              <a:schemeClr val="accent3"/>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6" name="Oval 43">
            <a:extLst>
              <a:ext uri="{FF2B5EF4-FFF2-40B4-BE49-F238E27FC236}">
                <a16:creationId xmlns:a16="http://schemas.microsoft.com/office/drawing/2014/main" id="{194511CF-34EE-41D0-A565-6C4AABA5C54A}"/>
              </a:ext>
            </a:extLst>
          </p:cNvPr>
          <p:cNvSpPr/>
          <p:nvPr/>
        </p:nvSpPr>
        <p:spPr>
          <a:xfrm>
            <a:off x="847903" y="2356917"/>
            <a:ext cx="566802" cy="5668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8" name="TextBox 27">
            <a:extLst>
              <a:ext uri="{FF2B5EF4-FFF2-40B4-BE49-F238E27FC236}">
                <a16:creationId xmlns:a16="http://schemas.microsoft.com/office/drawing/2014/main" id="{29CA4E04-083E-444D-8933-985AE655D415}"/>
              </a:ext>
            </a:extLst>
          </p:cNvPr>
          <p:cNvSpPr txBox="1"/>
          <p:nvPr/>
        </p:nvSpPr>
        <p:spPr>
          <a:xfrm>
            <a:off x="1423485" y="2363319"/>
            <a:ext cx="2293103" cy="553998"/>
          </a:xfrm>
          <a:prstGeom prst="rect">
            <a:avLst/>
          </a:prstGeom>
          <a:noFill/>
        </p:spPr>
        <p:txBody>
          <a:bodyPr wrap="square" lIns="108000" rIns="108000" rtlCol="0">
            <a:spAutoFit/>
          </a:bodyPr>
          <a:lstStyle/>
          <a:p>
            <a:pPr algn="ctr"/>
            <a:r>
              <a:rPr lang="en-US" altLang="ko-KR" sz="3000" b="1" dirty="0">
                <a:solidFill>
                  <a:schemeClr val="accent1"/>
                </a:solidFill>
                <a:latin typeface="Times New Roman" panose="02020603050405020304" pitchFamily="18" charset="0"/>
                <a:cs typeface="Times New Roman" panose="02020603050405020304" pitchFamily="18" charset="0"/>
              </a:rPr>
              <a:t>HTML Files</a:t>
            </a:r>
            <a:endParaRPr lang="ko-KR" altLang="en-US" sz="3000" b="1" dirty="0">
              <a:solidFill>
                <a:schemeClr val="accent1"/>
              </a:solidFill>
              <a:latin typeface="Times New Roman" panose="02020603050405020304" pitchFamily="18" charset="0"/>
              <a:cs typeface="Times New Roman" panose="02020603050405020304" pitchFamily="18" charset="0"/>
            </a:endParaRPr>
          </a:p>
        </p:txBody>
      </p:sp>
      <p:cxnSp>
        <p:nvCxnSpPr>
          <p:cNvPr id="29" name="직선 연결선 28">
            <a:extLst>
              <a:ext uri="{FF2B5EF4-FFF2-40B4-BE49-F238E27FC236}">
                <a16:creationId xmlns:a16="http://schemas.microsoft.com/office/drawing/2014/main" id="{0A9A3954-BD18-4B86-9084-07AA94177CE8}"/>
              </a:ext>
            </a:extLst>
          </p:cNvPr>
          <p:cNvCxnSpPr>
            <a:cxnSpLocks/>
          </p:cNvCxnSpPr>
          <p:nvPr/>
        </p:nvCxnSpPr>
        <p:spPr>
          <a:xfrm>
            <a:off x="3716588" y="2719209"/>
            <a:ext cx="792000" cy="0"/>
          </a:xfrm>
          <a:prstGeom prst="line">
            <a:avLst/>
          </a:prstGeom>
          <a:ln w="19050">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A634877F-B9DC-486A-8E81-4FAB305B421B}"/>
              </a:ext>
            </a:extLst>
          </p:cNvPr>
          <p:cNvCxnSpPr>
            <a:cxnSpLocks/>
          </p:cNvCxnSpPr>
          <p:nvPr/>
        </p:nvCxnSpPr>
        <p:spPr>
          <a:xfrm>
            <a:off x="7308375" y="2640318"/>
            <a:ext cx="792000" cy="0"/>
          </a:xfrm>
          <a:prstGeom prst="line">
            <a:avLst/>
          </a:prstGeom>
          <a:ln w="19050">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DAEC2CF0-E7A4-4708-78A5-F7D06485D19C}"/>
              </a:ext>
            </a:extLst>
          </p:cNvPr>
          <p:cNvSpPr/>
          <p:nvPr/>
        </p:nvSpPr>
        <p:spPr>
          <a:xfrm>
            <a:off x="8284409" y="1898364"/>
            <a:ext cx="3612317" cy="16017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lvl="0" indent="-342900" eaLnBrk="0" fontAlgn="base" hangingPunct="0">
              <a:spcBef>
                <a:spcPct val="0"/>
              </a:spcBef>
              <a:spcAft>
                <a:spcPct val="0"/>
              </a:spcAft>
              <a:buFont typeface="Wingdings" panose="05000000000000000000" pitchFamily="2" charset="2"/>
              <a:buChar char="q"/>
            </a:pPr>
            <a:r>
              <a:rPr lang="en-US" altLang="en-US" dirty="0">
                <a:latin typeface="Times New Roman" panose="02020603050405020304" pitchFamily="18" charset="0"/>
                <a:cs typeface="Times New Roman" panose="02020603050405020304" pitchFamily="18" charset="0"/>
              </a:rPr>
              <a:t>index.html</a:t>
            </a:r>
          </a:p>
          <a:p>
            <a:pPr marL="342900" lvl="0" indent="-342900" eaLnBrk="0" fontAlgn="base" hangingPunct="0">
              <a:spcBef>
                <a:spcPct val="0"/>
              </a:spcBef>
              <a:spcAft>
                <a:spcPct val="0"/>
              </a:spcAft>
              <a:buFont typeface="Wingdings" panose="05000000000000000000" pitchFamily="2" charset="2"/>
              <a:buChar char="Ø"/>
            </a:pPr>
            <a:r>
              <a:rPr lang="en-US" altLang="en-US" dirty="0">
                <a:solidFill>
                  <a:schemeClr val="bg1"/>
                </a:solidFill>
                <a:latin typeface="Times New Roman" panose="02020603050405020304" pitchFamily="18" charset="0"/>
                <a:cs typeface="Times New Roman" panose="02020603050405020304" pitchFamily="18" charset="0"/>
              </a:rPr>
              <a:t>login.html</a:t>
            </a:r>
          </a:p>
          <a:p>
            <a:pPr marL="342900" lvl="0" indent="-342900" eaLnBrk="0" fontAlgn="base" hangingPunct="0">
              <a:spcBef>
                <a:spcPct val="0"/>
              </a:spcBef>
              <a:spcAft>
                <a:spcPct val="0"/>
              </a:spcAft>
              <a:buFont typeface="Wingdings" panose="05000000000000000000" pitchFamily="2" charset="2"/>
              <a:buChar char="Ø"/>
            </a:pPr>
            <a:r>
              <a:rPr lang="en-US" altLang="en-US" dirty="0">
                <a:solidFill>
                  <a:schemeClr val="bg1"/>
                </a:solidFill>
                <a:latin typeface="Times New Roman" panose="02020603050405020304" pitchFamily="18" charset="0"/>
                <a:cs typeface="Times New Roman" panose="02020603050405020304" pitchFamily="18" charset="0"/>
              </a:rPr>
              <a:t>register.html</a:t>
            </a:r>
          </a:p>
          <a:p>
            <a:pPr marL="342900" lvl="0" indent="-342900" eaLnBrk="0" fontAlgn="base" hangingPunct="0">
              <a:spcBef>
                <a:spcPct val="0"/>
              </a:spcBef>
              <a:spcAft>
                <a:spcPct val="0"/>
              </a:spcAft>
              <a:buFont typeface="Wingdings" panose="05000000000000000000" pitchFamily="2" charset="2"/>
              <a:buChar char="Ø"/>
            </a:pPr>
            <a:r>
              <a:rPr lang="en-US" altLang="en-US" dirty="0">
                <a:solidFill>
                  <a:schemeClr val="bg1"/>
                </a:solidFill>
                <a:latin typeface="Times New Roman" panose="02020603050405020304" pitchFamily="18" charset="0"/>
                <a:cs typeface="Times New Roman" panose="02020603050405020304" pitchFamily="18" charset="0"/>
              </a:rPr>
              <a:t>about.html</a:t>
            </a:r>
          </a:p>
          <a:p>
            <a:pPr marL="342900" lvl="0" indent="-342900" eaLnBrk="0" fontAlgn="base" hangingPunct="0">
              <a:spcBef>
                <a:spcPct val="0"/>
              </a:spcBef>
              <a:spcAft>
                <a:spcPct val="0"/>
              </a:spcAft>
              <a:buFont typeface="Wingdings" panose="05000000000000000000" pitchFamily="2" charset="2"/>
              <a:buChar char="Ø"/>
            </a:pPr>
            <a:r>
              <a:rPr lang="en-US" altLang="en-US" dirty="0">
                <a:solidFill>
                  <a:schemeClr val="bg1"/>
                </a:solidFill>
                <a:latin typeface="Times New Roman" panose="02020603050405020304" pitchFamily="18" charset="0"/>
                <a:cs typeface="Times New Roman" panose="02020603050405020304" pitchFamily="18" charset="0"/>
              </a:rPr>
              <a:t>employees.html</a:t>
            </a:r>
          </a:p>
          <a:p>
            <a:pPr marL="342900" lvl="0" indent="-342900" eaLnBrk="0" fontAlgn="base" hangingPunct="0">
              <a:spcBef>
                <a:spcPct val="0"/>
              </a:spcBef>
              <a:spcAft>
                <a:spcPct val="0"/>
              </a:spcAft>
              <a:buFont typeface="Wingdings" panose="05000000000000000000" pitchFamily="2" charset="2"/>
              <a:buChar char="Ø"/>
            </a:pPr>
            <a:r>
              <a:rPr lang="en-US" altLang="en-US" dirty="0">
                <a:solidFill>
                  <a:schemeClr val="bg1"/>
                </a:solidFill>
                <a:latin typeface="Times New Roman" panose="02020603050405020304" pitchFamily="18" charset="0"/>
                <a:cs typeface="Times New Roman" panose="02020603050405020304" pitchFamily="18" charset="0"/>
              </a:rPr>
              <a:t>products.html</a:t>
            </a:r>
          </a:p>
          <a:p>
            <a:pPr marL="342900" lvl="0" indent="-342900" eaLnBrk="0" fontAlgn="base" hangingPunct="0">
              <a:spcBef>
                <a:spcPct val="0"/>
              </a:spcBef>
              <a:spcAft>
                <a:spcPct val="0"/>
              </a:spcAft>
              <a:buFont typeface="Wingdings" panose="05000000000000000000" pitchFamily="2" charset="2"/>
              <a:buChar char="Ø"/>
            </a:pPr>
            <a:r>
              <a:rPr lang="en-US" altLang="en-US" dirty="0">
                <a:solidFill>
                  <a:schemeClr val="bg1"/>
                </a:solidFill>
                <a:latin typeface="Times New Roman" panose="02020603050405020304" pitchFamily="18" charset="0"/>
                <a:cs typeface="Times New Roman" panose="02020603050405020304" pitchFamily="18" charset="0"/>
              </a:rPr>
              <a:t>suppliers.html</a:t>
            </a:r>
          </a:p>
          <a:p>
            <a:pPr marL="342900" lvl="0" indent="-342900" eaLnBrk="0" fontAlgn="base" hangingPunct="0">
              <a:spcBef>
                <a:spcPct val="0"/>
              </a:spcBef>
              <a:spcAft>
                <a:spcPct val="0"/>
              </a:spcAft>
              <a:buFont typeface="Wingdings" panose="05000000000000000000" pitchFamily="2" charset="2"/>
              <a:buChar char="q"/>
            </a:pPr>
            <a:r>
              <a:rPr lang="en-US" altLang="en-US" dirty="0">
                <a:latin typeface="Times New Roman" panose="02020603050405020304" pitchFamily="18" charset="0"/>
                <a:cs typeface="Times New Roman" panose="02020603050405020304" pitchFamily="18" charset="0"/>
              </a:rPr>
              <a:t>sales.html</a:t>
            </a:r>
          </a:p>
        </p:txBody>
      </p:sp>
      <p:sp>
        <p:nvSpPr>
          <p:cNvPr id="36" name="Rectangle 2">
            <a:extLst>
              <a:ext uri="{FF2B5EF4-FFF2-40B4-BE49-F238E27FC236}">
                <a16:creationId xmlns:a16="http://schemas.microsoft.com/office/drawing/2014/main" id="{E4B2B656-01FB-3FED-44AD-0F7FDA99457C}"/>
              </a:ext>
            </a:extLst>
          </p:cNvPr>
          <p:cNvSpPr>
            <a:spLocks noChangeArrowheads="1"/>
          </p:cNvSpPr>
          <p:nvPr/>
        </p:nvSpPr>
        <p:spPr bwMode="auto">
          <a:xfrm>
            <a:off x="7704375" y="6011244"/>
            <a:ext cx="329296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7" name="Rectangle: Rounded Corners 36">
            <a:extLst>
              <a:ext uri="{FF2B5EF4-FFF2-40B4-BE49-F238E27FC236}">
                <a16:creationId xmlns:a16="http://schemas.microsoft.com/office/drawing/2014/main" id="{702E49D5-21D3-16A8-ACD9-843596516909}"/>
              </a:ext>
            </a:extLst>
          </p:cNvPr>
          <p:cNvSpPr/>
          <p:nvPr/>
        </p:nvSpPr>
        <p:spPr>
          <a:xfrm>
            <a:off x="8284409" y="3834583"/>
            <a:ext cx="3612317" cy="1129770"/>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marL="342900" indent="-342900" eaLnBrk="0" fontAlgn="base" hangingPunct="0">
              <a:spcBef>
                <a:spcPct val="0"/>
              </a:spcBef>
              <a:spcAft>
                <a:spcPct val="0"/>
              </a:spcAft>
              <a:buFont typeface="Wingdings" panose="05000000000000000000" pitchFamily="2" charset="2"/>
              <a:buChar char="Ø"/>
            </a:pPr>
            <a:r>
              <a:rPr lang="en-US" altLang="en-US" sz="2200" dirty="0">
                <a:solidFill>
                  <a:schemeClr val="bg1"/>
                </a:solidFill>
                <a:latin typeface="Times New Roman" panose="02020603050405020304" pitchFamily="18" charset="0"/>
                <a:cs typeface="Times New Roman" panose="02020603050405020304" pitchFamily="18" charset="0"/>
              </a:rPr>
              <a:t>styles.css (global design)</a:t>
            </a:r>
          </a:p>
        </p:txBody>
      </p:sp>
      <p:sp>
        <p:nvSpPr>
          <p:cNvPr id="38" name="Rectangle: Top Corners Rounded 37">
            <a:extLst>
              <a:ext uri="{FF2B5EF4-FFF2-40B4-BE49-F238E27FC236}">
                <a16:creationId xmlns:a16="http://schemas.microsoft.com/office/drawing/2014/main" id="{5FBBDF08-ED18-B524-5188-DB9F624E4E6A}"/>
              </a:ext>
            </a:extLst>
          </p:cNvPr>
          <p:cNvSpPr/>
          <p:nvPr/>
        </p:nvSpPr>
        <p:spPr>
          <a:xfrm>
            <a:off x="8284410" y="5362214"/>
            <a:ext cx="3612316" cy="632908"/>
          </a:xfrm>
          <a:prstGeom prst="round2Same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Pictures</a:t>
            </a:r>
          </a:p>
        </p:txBody>
      </p:sp>
    </p:spTree>
    <p:extLst>
      <p:ext uri="{BB962C8B-B14F-4D97-AF65-F5344CB8AC3E}">
        <p14:creationId xmlns:p14="http://schemas.microsoft.com/office/powerpoint/2010/main" val="1560353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ight Triangle 7">
            <a:extLst>
              <a:ext uri="{FF2B5EF4-FFF2-40B4-BE49-F238E27FC236}">
                <a16:creationId xmlns:a16="http://schemas.microsoft.com/office/drawing/2014/main" id="{32DE9976-3EFE-DDDC-43C1-B081C51529E5}"/>
              </a:ext>
            </a:extLst>
          </p:cNvPr>
          <p:cNvSpPr/>
          <p:nvPr/>
        </p:nvSpPr>
        <p:spPr>
          <a:xfrm rot="18879220" flipH="1">
            <a:off x="7164801" y="-267452"/>
            <a:ext cx="5879336" cy="4288420"/>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ight Triangle 8">
            <a:extLst>
              <a:ext uri="{FF2B5EF4-FFF2-40B4-BE49-F238E27FC236}">
                <a16:creationId xmlns:a16="http://schemas.microsoft.com/office/drawing/2014/main" id="{21247593-68F9-940A-CA27-7F375EA0B127}"/>
              </a:ext>
            </a:extLst>
          </p:cNvPr>
          <p:cNvSpPr/>
          <p:nvPr/>
        </p:nvSpPr>
        <p:spPr>
          <a:xfrm rot="8167238" flipH="1">
            <a:off x="-1143856" y="2212411"/>
            <a:ext cx="6729509" cy="5002756"/>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 name="그룹 2">
            <a:extLst>
              <a:ext uri="{FF2B5EF4-FFF2-40B4-BE49-F238E27FC236}">
                <a16:creationId xmlns:a16="http://schemas.microsoft.com/office/drawing/2014/main" id="{630EB06C-D515-CF71-80E7-D6877CAB9581}"/>
              </a:ext>
            </a:extLst>
          </p:cNvPr>
          <p:cNvGrpSpPr/>
          <p:nvPr/>
        </p:nvGrpSpPr>
        <p:grpSpPr>
          <a:xfrm>
            <a:off x="1304006" y="1821877"/>
            <a:ext cx="10411877" cy="3426670"/>
            <a:chOff x="1295297" y="1743496"/>
            <a:chExt cx="10411877" cy="3426670"/>
          </a:xfrm>
        </p:grpSpPr>
        <p:grpSp>
          <p:nvGrpSpPr>
            <p:cNvPr id="3" name="Group 17">
              <a:extLst>
                <a:ext uri="{FF2B5EF4-FFF2-40B4-BE49-F238E27FC236}">
                  <a16:creationId xmlns:a16="http://schemas.microsoft.com/office/drawing/2014/main" id="{EA3146F2-C89E-56F7-8904-954DDF684469}"/>
                </a:ext>
              </a:extLst>
            </p:cNvPr>
            <p:cNvGrpSpPr/>
            <p:nvPr/>
          </p:nvGrpSpPr>
          <p:grpSpPr>
            <a:xfrm>
              <a:off x="1295297" y="1743496"/>
              <a:ext cx="2266545" cy="2266545"/>
              <a:chOff x="1460306" y="2420992"/>
              <a:chExt cx="2266545" cy="2266545"/>
            </a:xfrm>
          </p:grpSpPr>
          <p:sp>
            <p:nvSpPr>
              <p:cNvPr id="16" name="Chord 1">
                <a:extLst>
                  <a:ext uri="{FF2B5EF4-FFF2-40B4-BE49-F238E27FC236}">
                    <a16:creationId xmlns:a16="http://schemas.microsoft.com/office/drawing/2014/main" id="{1451F2E9-3864-1485-E278-290E753F8618}"/>
                  </a:ext>
                </a:extLst>
              </p:cNvPr>
              <p:cNvSpPr/>
              <p:nvPr/>
            </p:nvSpPr>
            <p:spPr>
              <a:xfrm>
                <a:off x="1521816" y="2512737"/>
                <a:ext cx="2103120" cy="2103120"/>
              </a:xfrm>
              <a:prstGeom prst="chord">
                <a:avLst>
                  <a:gd name="adj1" fmla="val 13371"/>
                  <a:gd name="adj2" fmla="val 1077857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FA3C1C81-160F-E250-A26E-050BA326C88B}"/>
                  </a:ext>
                </a:extLst>
              </p:cNvPr>
              <p:cNvSpPr txBox="1"/>
              <p:nvPr/>
            </p:nvSpPr>
            <p:spPr>
              <a:xfrm>
                <a:off x="1577121" y="3600996"/>
                <a:ext cx="1992510" cy="584775"/>
              </a:xfrm>
              <a:prstGeom prst="rect">
                <a:avLst/>
              </a:prstGeom>
              <a:noFill/>
            </p:spPr>
            <p:txBody>
              <a:bodyPr wrap="square" rtlCol="0" anchor="ctr">
                <a:spAutoFit/>
              </a:bodyPr>
              <a:lstStyle/>
              <a:p>
                <a:pPr algn="ctr"/>
                <a:r>
                  <a:rPr lang="en-US" altLang="ko-KR" sz="3200" b="1" dirty="0">
                    <a:solidFill>
                      <a:schemeClr val="bg1"/>
                    </a:solidFill>
                    <a:latin typeface="Times New Roman" panose="02020603050405020304" pitchFamily="18" charset="0"/>
                    <a:cs typeface="Times New Roman" panose="02020603050405020304" pitchFamily="18" charset="0"/>
                  </a:rPr>
                  <a:t>HTML</a:t>
                </a:r>
                <a:endParaRPr lang="ko-KR" altLang="en-US" sz="3200" b="1" dirty="0">
                  <a:solidFill>
                    <a:schemeClr val="bg1"/>
                  </a:solidFill>
                  <a:latin typeface="Times New Roman" panose="02020603050405020304" pitchFamily="18" charset="0"/>
                  <a:cs typeface="Times New Roman" panose="02020603050405020304" pitchFamily="18" charset="0"/>
                </a:endParaRPr>
              </a:p>
            </p:txBody>
          </p:sp>
          <p:sp>
            <p:nvSpPr>
              <p:cNvPr id="18" name="Circle: Hollow 12">
                <a:extLst>
                  <a:ext uri="{FF2B5EF4-FFF2-40B4-BE49-F238E27FC236}">
                    <a16:creationId xmlns:a16="http://schemas.microsoft.com/office/drawing/2014/main" id="{CB5863A0-6E3D-6CC4-596D-FDBF3FF369FB}"/>
                  </a:ext>
                </a:extLst>
              </p:cNvPr>
              <p:cNvSpPr/>
              <p:nvPr/>
            </p:nvSpPr>
            <p:spPr>
              <a:xfrm>
                <a:off x="1460306" y="2420992"/>
                <a:ext cx="2266545" cy="2266545"/>
              </a:xfrm>
              <a:prstGeom prst="donut">
                <a:avLst>
                  <a:gd name="adj" fmla="val 144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TextBox 18">
                <a:extLst>
                  <a:ext uri="{FF2B5EF4-FFF2-40B4-BE49-F238E27FC236}">
                    <a16:creationId xmlns:a16="http://schemas.microsoft.com/office/drawing/2014/main" id="{C6F64CA1-28B0-DF09-F5EA-982F960ECB76}"/>
                  </a:ext>
                </a:extLst>
              </p:cNvPr>
              <p:cNvSpPr txBox="1"/>
              <p:nvPr/>
            </p:nvSpPr>
            <p:spPr>
              <a:xfrm>
                <a:off x="2462348" y="2749817"/>
                <a:ext cx="1107283" cy="276999"/>
              </a:xfrm>
              <a:prstGeom prst="rect">
                <a:avLst/>
              </a:prstGeom>
              <a:noFill/>
            </p:spPr>
            <p:txBody>
              <a:bodyPr wrap="square" rtlCol="0">
                <a:spAutoFit/>
              </a:bodyPr>
              <a:lstStyle/>
              <a:p>
                <a:pPr algn="ctr"/>
                <a:endParaRPr lang="ko-KR" altLang="en-US" sz="1200" dirty="0">
                  <a:solidFill>
                    <a:schemeClr val="tx1">
                      <a:lumMod val="65000"/>
                      <a:lumOff val="35000"/>
                    </a:schemeClr>
                  </a:solidFill>
                  <a:cs typeface="Arial" pitchFamily="34" charset="0"/>
                </a:endParaRPr>
              </a:p>
            </p:txBody>
          </p:sp>
        </p:grpSp>
        <p:grpSp>
          <p:nvGrpSpPr>
            <p:cNvPr id="4" name="Group 18">
              <a:extLst>
                <a:ext uri="{FF2B5EF4-FFF2-40B4-BE49-F238E27FC236}">
                  <a16:creationId xmlns:a16="http://schemas.microsoft.com/office/drawing/2014/main" id="{8D647D39-CAC2-8443-0C10-9EC0BD385A42}"/>
                </a:ext>
              </a:extLst>
            </p:cNvPr>
            <p:cNvGrpSpPr/>
            <p:nvPr/>
          </p:nvGrpSpPr>
          <p:grpSpPr>
            <a:xfrm>
              <a:off x="4966435" y="1744691"/>
              <a:ext cx="2266545" cy="2266545"/>
              <a:chOff x="1460306" y="2422187"/>
              <a:chExt cx="2266545" cy="2266545"/>
            </a:xfrm>
          </p:grpSpPr>
          <p:sp>
            <p:nvSpPr>
              <p:cNvPr id="13" name="Chord 19">
                <a:extLst>
                  <a:ext uri="{FF2B5EF4-FFF2-40B4-BE49-F238E27FC236}">
                    <a16:creationId xmlns:a16="http://schemas.microsoft.com/office/drawing/2014/main" id="{4D650ED4-7846-7B22-CF66-120E58B64C53}"/>
                  </a:ext>
                </a:extLst>
              </p:cNvPr>
              <p:cNvSpPr/>
              <p:nvPr/>
            </p:nvSpPr>
            <p:spPr>
              <a:xfrm>
                <a:off x="1542018" y="2503899"/>
                <a:ext cx="2103120" cy="2103120"/>
              </a:xfrm>
              <a:prstGeom prst="chord">
                <a:avLst>
                  <a:gd name="adj1" fmla="val 13371"/>
                  <a:gd name="adj2" fmla="val 1077857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213DA6A9-22B1-817A-1C3A-DC7B54514513}"/>
                  </a:ext>
                </a:extLst>
              </p:cNvPr>
              <p:cNvSpPr txBox="1"/>
              <p:nvPr/>
            </p:nvSpPr>
            <p:spPr>
              <a:xfrm>
                <a:off x="1671656" y="3564297"/>
                <a:ext cx="1743917" cy="646331"/>
              </a:xfrm>
              <a:prstGeom prst="rect">
                <a:avLst/>
              </a:prstGeom>
              <a:noFill/>
            </p:spPr>
            <p:txBody>
              <a:bodyPr wrap="square" rtlCol="0" anchor="ctr">
                <a:spAutoFit/>
              </a:bodyPr>
              <a:lstStyle/>
              <a:p>
                <a:pPr algn="ctr"/>
                <a:r>
                  <a:rPr lang="en-US" altLang="ko-KR" sz="3600" b="1" dirty="0">
                    <a:solidFill>
                      <a:schemeClr val="bg1"/>
                    </a:solidFill>
                    <a:latin typeface="Times New Roman" panose="02020603050405020304" pitchFamily="18" charset="0"/>
                    <a:cs typeface="Times New Roman" panose="02020603050405020304" pitchFamily="18" charset="0"/>
                  </a:rPr>
                  <a:t>CSS</a:t>
                </a:r>
                <a:endParaRPr lang="ko-KR" altLang="en-US" sz="3600" b="1" dirty="0">
                  <a:solidFill>
                    <a:schemeClr val="bg1"/>
                  </a:solidFill>
                  <a:latin typeface="Times New Roman" panose="02020603050405020304" pitchFamily="18" charset="0"/>
                  <a:cs typeface="Times New Roman" panose="02020603050405020304" pitchFamily="18" charset="0"/>
                </a:endParaRPr>
              </a:p>
            </p:txBody>
          </p:sp>
          <p:sp>
            <p:nvSpPr>
              <p:cNvPr id="15" name="Circle: Hollow 21">
                <a:extLst>
                  <a:ext uri="{FF2B5EF4-FFF2-40B4-BE49-F238E27FC236}">
                    <a16:creationId xmlns:a16="http://schemas.microsoft.com/office/drawing/2014/main" id="{FA5683C7-869B-92BE-3DBB-0487229657DF}"/>
                  </a:ext>
                </a:extLst>
              </p:cNvPr>
              <p:cNvSpPr/>
              <p:nvPr/>
            </p:nvSpPr>
            <p:spPr>
              <a:xfrm>
                <a:off x="1460306" y="2422187"/>
                <a:ext cx="2266545" cy="2266545"/>
              </a:xfrm>
              <a:prstGeom prst="donut">
                <a:avLst>
                  <a:gd name="adj" fmla="val 144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5" name="Group 23">
              <a:extLst>
                <a:ext uri="{FF2B5EF4-FFF2-40B4-BE49-F238E27FC236}">
                  <a16:creationId xmlns:a16="http://schemas.microsoft.com/office/drawing/2014/main" id="{115FB65B-D291-6ADA-DAA7-B7144D5838E7}"/>
                </a:ext>
              </a:extLst>
            </p:cNvPr>
            <p:cNvGrpSpPr/>
            <p:nvPr/>
          </p:nvGrpSpPr>
          <p:grpSpPr>
            <a:xfrm>
              <a:off x="7834516" y="1744691"/>
              <a:ext cx="3872658" cy="2266545"/>
              <a:chOff x="657249" y="2422187"/>
              <a:chExt cx="3872658" cy="2266545"/>
            </a:xfrm>
          </p:grpSpPr>
          <p:sp>
            <p:nvSpPr>
              <p:cNvPr id="10" name="Chord 24">
                <a:extLst>
                  <a:ext uri="{FF2B5EF4-FFF2-40B4-BE49-F238E27FC236}">
                    <a16:creationId xmlns:a16="http://schemas.microsoft.com/office/drawing/2014/main" id="{849BA0BE-413A-AFE5-D8A8-85C7489F898F}"/>
                  </a:ext>
                </a:extLst>
              </p:cNvPr>
              <p:cNvSpPr/>
              <p:nvPr/>
            </p:nvSpPr>
            <p:spPr>
              <a:xfrm>
                <a:off x="1542018" y="2503899"/>
                <a:ext cx="2103120" cy="2103120"/>
              </a:xfrm>
              <a:prstGeom prst="chord">
                <a:avLst>
                  <a:gd name="adj1" fmla="val 13371"/>
                  <a:gd name="adj2" fmla="val 1077857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EEC43FE8-E159-08EF-1ACC-26E4FAB17A46}"/>
                  </a:ext>
                </a:extLst>
              </p:cNvPr>
              <p:cNvSpPr txBox="1"/>
              <p:nvPr/>
            </p:nvSpPr>
            <p:spPr>
              <a:xfrm>
                <a:off x="657249" y="3556671"/>
                <a:ext cx="3872658" cy="584775"/>
              </a:xfrm>
              <a:prstGeom prst="rect">
                <a:avLst/>
              </a:prstGeom>
              <a:noFill/>
            </p:spPr>
            <p:txBody>
              <a:bodyPr wrap="square" rtlCol="0" anchor="ctr">
                <a:spAutoFit/>
              </a:bodyPr>
              <a:lstStyle/>
              <a:p>
                <a:pPr algn="ctr"/>
                <a:r>
                  <a:rPr lang="en-US" altLang="ko-KR" sz="3200" b="1" dirty="0">
                    <a:solidFill>
                      <a:schemeClr val="bg1"/>
                    </a:solidFill>
                    <a:latin typeface="Times New Roman" panose="02020603050405020304" pitchFamily="18" charset="0"/>
                    <a:cs typeface="Times New Roman" panose="02020603050405020304" pitchFamily="18" charset="0"/>
                  </a:rPr>
                  <a:t>JavaScript</a:t>
                </a:r>
                <a:endParaRPr lang="ko-KR" altLang="en-US" sz="3200" b="1" dirty="0">
                  <a:solidFill>
                    <a:schemeClr val="bg1"/>
                  </a:solidFill>
                  <a:latin typeface="Times New Roman" panose="02020603050405020304" pitchFamily="18" charset="0"/>
                  <a:cs typeface="Times New Roman" panose="02020603050405020304" pitchFamily="18" charset="0"/>
                </a:endParaRPr>
              </a:p>
            </p:txBody>
          </p:sp>
          <p:sp>
            <p:nvSpPr>
              <p:cNvPr id="12" name="Circle: Hollow 26">
                <a:extLst>
                  <a:ext uri="{FF2B5EF4-FFF2-40B4-BE49-F238E27FC236}">
                    <a16:creationId xmlns:a16="http://schemas.microsoft.com/office/drawing/2014/main" id="{E2B0052E-2CD0-6820-7688-B84413DF8000}"/>
                  </a:ext>
                </a:extLst>
              </p:cNvPr>
              <p:cNvSpPr/>
              <p:nvPr/>
            </p:nvSpPr>
            <p:spPr>
              <a:xfrm>
                <a:off x="1460306" y="2422187"/>
                <a:ext cx="2266545" cy="2266545"/>
              </a:xfrm>
              <a:prstGeom prst="donut">
                <a:avLst>
                  <a:gd name="adj" fmla="val 144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6" name="TextBox 5">
              <a:extLst>
                <a:ext uri="{FF2B5EF4-FFF2-40B4-BE49-F238E27FC236}">
                  <a16:creationId xmlns:a16="http://schemas.microsoft.com/office/drawing/2014/main" id="{7A0DA5D5-5F97-4185-3980-ABB21C9496C9}"/>
                </a:ext>
              </a:extLst>
            </p:cNvPr>
            <p:cNvSpPr txBox="1"/>
            <p:nvPr/>
          </p:nvSpPr>
          <p:spPr>
            <a:xfrm>
              <a:off x="4769717" y="4092948"/>
              <a:ext cx="2652565" cy="1077218"/>
            </a:xfrm>
            <a:prstGeom prst="rect">
              <a:avLst/>
            </a:prstGeom>
            <a:noFill/>
          </p:spPr>
          <p:txBody>
            <a:bodyPr wrap="square" rtlCol="0">
              <a:spAutoFit/>
            </a:bodyPr>
            <a:lstStyle/>
            <a:p>
              <a:pPr algn="ctr"/>
              <a:r>
                <a:rPr lang="en-US" sz="1600" dirty="0">
                  <a:latin typeface="Times New Roman" panose="02020603050405020304" pitchFamily="18" charset="0"/>
                  <a:cs typeface="Times New Roman" panose="02020603050405020304" pitchFamily="18" charset="0"/>
                </a:rPr>
                <a:t>Styles the website, controlling layout, colors, fonts, and responsiveness for different devices.</a:t>
              </a:r>
              <a:endParaRPr lang="en-US" altLang="ko-KR" sz="16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03EC143-36B9-B3B9-740B-B6224E9130EE}"/>
                </a:ext>
              </a:extLst>
            </p:cNvPr>
            <p:cNvSpPr txBox="1"/>
            <p:nvPr/>
          </p:nvSpPr>
          <p:spPr>
            <a:xfrm>
              <a:off x="8366591" y="4484770"/>
              <a:ext cx="2652565" cy="276999"/>
            </a:xfrm>
            <a:prstGeom prst="rect">
              <a:avLst/>
            </a:prstGeom>
            <a:noFill/>
          </p:spPr>
          <p:txBody>
            <a:bodyPr wrap="square" rtlCol="0">
              <a:spAutoFit/>
            </a:bodyPr>
            <a:lstStyle/>
            <a:p>
              <a:pPr algn="ctr"/>
              <a:endParaRPr lang="en-US" altLang="ko-KR" sz="1200" dirty="0">
                <a:cs typeface="Arial" pitchFamily="34" charset="0"/>
              </a:endParaRPr>
            </a:p>
          </p:txBody>
        </p:sp>
      </p:grpSp>
      <p:grpSp>
        <p:nvGrpSpPr>
          <p:cNvPr id="20" name="그룹 2">
            <a:extLst>
              <a:ext uri="{FF2B5EF4-FFF2-40B4-BE49-F238E27FC236}">
                <a16:creationId xmlns:a16="http://schemas.microsoft.com/office/drawing/2014/main" id="{40EDAD30-5270-8278-9C1F-A79A397D58A3}"/>
              </a:ext>
            </a:extLst>
          </p:cNvPr>
          <p:cNvGrpSpPr/>
          <p:nvPr/>
        </p:nvGrpSpPr>
        <p:grpSpPr>
          <a:xfrm>
            <a:off x="699796" y="1831207"/>
            <a:ext cx="10988095" cy="4532436"/>
            <a:chOff x="719079" y="1743496"/>
            <a:chExt cx="10988095" cy="4532436"/>
          </a:xfrm>
        </p:grpSpPr>
        <p:grpSp>
          <p:nvGrpSpPr>
            <p:cNvPr id="21" name="Group 17">
              <a:extLst>
                <a:ext uri="{FF2B5EF4-FFF2-40B4-BE49-F238E27FC236}">
                  <a16:creationId xmlns:a16="http://schemas.microsoft.com/office/drawing/2014/main" id="{92B2FD78-D0CB-5DFF-65E0-0D2AD5FB9657}"/>
                </a:ext>
              </a:extLst>
            </p:cNvPr>
            <p:cNvGrpSpPr/>
            <p:nvPr/>
          </p:nvGrpSpPr>
          <p:grpSpPr>
            <a:xfrm>
              <a:off x="1295297" y="1743496"/>
              <a:ext cx="2266545" cy="2266545"/>
              <a:chOff x="1460306" y="2420992"/>
              <a:chExt cx="2266545" cy="2266545"/>
            </a:xfrm>
          </p:grpSpPr>
          <p:sp>
            <p:nvSpPr>
              <p:cNvPr id="34" name="Chord 1">
                <a:extLst>
                  <a:ext uri="{FF2B5EF4-FFF2-40B4-BE49-F238E27FC236}">
                    <a16:creationId xmlns:a16="http://schemas.microsoft.com/office/drawing/2014/main" id="{A0D613C5-6844-DC4B-092E-F063CAA45F69}"/>
                  </a:ext>
                </a:extLst>
              </p:cNvPr>
              <p:cNvSpPr/>
              <p:nvPr/>
            </p:nvSpPr>
            <p:spPr>
              <a:xfrm>
                <a:off x="1521816" y="2512737"/>
                <a:ext cx="2103120" cy="2103120"/>
              </a:xfrm>
              <a:prstGeom prst="chord">
                <a:avLst>
                  <a:gd name="adj1" fmla="val 13371"/>
                  <a:gd name="adj2" fmla="val 1077857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a:extLst>
                  <a:ext uri="{FF2B5EF4-FFF2-40B4-BE49-F238E27FC236}">
                    <a16:creationId xmlns:a16="http://schemas.microsoft.com/office/drawing/2014/main" id="{9C44CD10-4FD5-A1C0-F856-05AF1CD5DEC1}"/>
                  </a:ext>
                </a:extLst>
              </p:cNvPr>
              <p:cNvSpPr txBox="1"/>
              <p:nvPr/>
            </p:nvSpPr>
            <p:spPr>
              <a:xfrm>
                <a:off x="1577121" y="3600996"/>
                <a:ext cx="1992510" cy="584775"/>
              </a:xfrm>
              <a:prstGeom prst="rect">
                <a:avLst/>
              </a:prstGeom>
              <a:noFill/>
            </p:spPr>
            <p:txBody>
              <a:bodyPr wrap="square" rtlCol="0" anchor="ctr">
                <a:spAutoFit/>
              </a:bodyPr>
              <a:lstStyle/>
              <a:p>
                <a:pPr algn="ctr"/>
                <a:r>
                  <a:rPr lang="en-US" altLang="ko-KR" sz="3200" b="1" dirty="0">
                    <a:solidFill>
                      <a:schemeClr val="bg1"/>
                    </a:solidFill>
                    <a:latin typeface="Times New Roman" panose="02020603050405020304" pitchFamily="18" charset="0"/>
                    <a:cs typeface="Times New Roman" panose="02020603050405020304" pitchFamily="18" charset="0"/>
                  </a:rPr>
                  <a:t>HTML</a:t>
                </a:r>
                <a:endParaRPr lang="ko-KR" altLang="en-US" sz="3200" b="1" dirty="0">
                  <a:solidFill>
                    <a:schemeClr val="bg1"/>
                  </a:solidFill>
                  <a:latin typeface="Times New Roman" panose="02020603050405020304" pitchFamily="18" charset="0"/>
                  <a:cs typeface="Times New Roman" panose="02020603050405020304" pitchFamily="18" charset="0"/>
                </a:endParaRPr>
              </a:p>
            </p:txBody>
          </p:sp>
          <p:sp>
            <p:nvSpPr>
              <p:cNvPr id="36" name="Circle: Hollow 12">
                <a:extLst>
                  <a:ext uri="{FF2B5EF4-FFF2-40B4-BE49-F238E27FC236}">
                    <a16:creationId xmlns:a16="http://schemas.microsoft.com/office/drawing/2014/main" id="{8CBB151B-80C3-40BB-F8F3-2F331934AFA3}"/>
                  </a:ext>
                </a:extLst>
              </p:cNvPr>
              <p:cNvSpPr/>
              <p:nvPr/>
            </p:nvSpPr>
            <p:spPr>
              <a:xfrm>
                <a:off x="1460306" y="2420992"/>
                <a:ext cx="2266545" cy="2266545"/>
              </a:xfrm>
              <a:prstGeom prst="donut">
                <a:avLst>
                  <a:gd name="adj" fmla="val 144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7" name="TextBox 36">
                <a:extLst>
                  <a:ext uri="{FF2B5EF4-FFF2-40B4-BE49-F238E27FC236}">
                    <a16:creationId xmlns:a16="http://schemas.microsoft.com/office/drawing/2014/main" id="{67829977-DABF-E491-5FF2-1971CD6E339E}"/>
                  </a:ext>
                </a:extLst>
              </p:cNvPr>
              <p:cNvSpPr txBox="1"/>
              <p:nvPr/>
            </p:nvSpPr>
            <p:spPr>
              <a:xfrm>
                <a:off x="2462348" y="2749817"/>
                <a:ext cx="1107283" cy="276999"/>
              </a:xfrm>
              <a:prstGeom prst="rect">
                <a:avLst/>
              </a:prstGeom>
              <a:noFill/>
            </p:spPr>
            <p:txBody>
              <a:bodyPr wrap="square" rtlCol="0">
                <a:spAutoFit/>
              </a:bodyPr>
              <a:lstStyle/>
              <a:p>
                <a:pPr algn="ctr"/>
                <a:endParaRPr lang="ko-KR" altLang="en-US" sz="1200" dirty="0">
                  <a:solidFill>
                    <a:schemeClr val="tx1">
                      <a:lumMod val="65000"/>
                      <a:lumOff val="35000"/>
                    </a:schemeClr>
                  </a:solidFill>
                  <a:cs typeface="Arial" pitchFamily="34" charset="0"/>
                </a:endParaRPr>
              </a:p>
            </p:txBody>
          </p:sp>
        </p:grpSp>
        <p:grpSp>
          <p:nvGrpSpPr>
            <p:cNvPr id="22" name="Group 18">
              <a:extLst>
                <a:ext uri="{FF2B5EF4-FFF2-40B4-BE49-F238E27FC236}">
                  <a16:creationId xmlns:a16="http://schemas.microsoft.com/office/drawing/2014/main" id="{57D0178F-94DB-5318-ED5B-7A9086FA7C66}"/>
                </a:ext>
              </a:extLst>
            </p:cNvPr>
            <p:cNvGrpSpPr/>
            <p:nvPr/>
          </p:nvGrpSpPr>
          <p:grpSpPr>
            <a:xfrm>
              <a:off x="4966435" y="1744691"/>
              <a:ext cx="2266545" cy="2266545"/>
              <a:chOff x="1460306" y="2422187"/>
              <a:chExt cx="2266545" cy="2266545"/>
            </a:xfrm>
          </p:grpSpPr>
          <p:sp>
            <p:nvSpPr>
              <p:cNvPr id="31" name="Chord 19">
                <a:extLst>
                  <a:ext uri="{FF2B5EF4-FFF2-40B4-BE49-F238E27FC236}">
                    <a16:creationId xmlns:a16="http://schemas.microsoft.com/office/drawing/2014/main" id="{7D22BD47-E2CE-9D25-8855-2C245E1C96A3}"/>
                  </a:ext>
                </a:extLst>
              </p:cNvPr>
              <p:cNvSpPr/>
              <p:nvPr/>
            </p:nvSpPr>
            <p:spPr>
              <a:xfrm>
                <a:off x="1542018" y="2503899"/>
                <a:ext cx="2103120" cy="2103120"/>
              </a:xfrm>
              <a:prstGeom prst="chord">
                <a:avLst>
                  <a:gd name="adj1" fmla="val 13371"/>
                  <a:gd name="adj2" fmla="val 1077857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a:extLst>
                  <a:ext uri="{FF2B5EF4-FFF2-40B4-BE49-F238E27FC236}">
                    <a16:creationId xmlns:a16="http://schemas.microsoft.com/office/drawing/2014/main" id="{20A9605A-00CB-A801-667C-75377CB329E4}"/>
                  </a:ext>
                </a:extLst>
              </p:cNvPr>
              <p:cNvSpPr txBox="1"/>
              <p:nvPr/>
            </p:nvSpPr>
            <p:spPr>
              <a:xfrm>
                <a:off x="1671656" y="3564297"/>
                <a:ext cx="1743917" cy="646331"/>
              </a:xfrm>
              <a:prstGeom prst="rect">
                <a:avLst/>
              </a:prstGeom>
              <a:noFill/>
            </p:spPr>
            <p:txBody>
              <a:bodyPr wrap="square" rtlCol="0" anchor="ctr">
                <a:spAutoFit/>
              </a:bodyPr>
              <a:lstStyle/>
              <a:p>
                <a:pPr algn="ctr"/>
                <a:r>
                  <a:rPr lang="en-US" altLang="ko-KR" sz="3600" b="1" dirty="0">
                    <a:solidFill>
                      <a:schemeClr val="bg1"/>
                    </a:solidFill>
                    <a:latin typeface="Times New Roman" panose="02020603050405020304" pitchFamily="18" charset="0"/>
                    <a:cs typeface="Times New Roman" panose="02020603050405020304" pitchFamily="18" charset="0"/>
                  </a:rPr>
                  <a:t>CSS</a:t>
                </a:r>
                <a:endParaRPr lang="ko-KR" altLang="en-US" sz="3600" b="1" dirty="0">
                  <a:solidFill>
                    <a:schemeClr val="bg1"/>
                  </a:solidFill>
                  <a:latin typeface="Times New Roman" panose="02020603050405020304" pitchFamily="18" charset="0"/>
                  <a:cs typeface="Times New Roman" panose="02020603050405020304" pitchFamily="18" charset="0"/>
                </a:endParaRPr>
              </a:p>
            </p:txBody>
          </p:sp>
          <p:sp>
            <p:nvSpPr>
              <p:cNvPr id="33" name="Circle: Hollow 21">
                <a:extLst>
                  <a:ext uri="{FF2B5EF4-FFF2-40B4-BE49-F238E27FC236}">
                    <a16:creationId xmlns:a16="http://schemas.microsoft.com/office/drawing/2014/main" id="{013558BE-8A51-8B87-356C-80AEAA93C1A5}"/>
                  </a:ext>
                </a:extLst>
              </p:cNvPr>
              <p:cNvSpPr/>
              <p:nvPr/>
            </p:nvSpPr>
            <p:spPr>
              <a:xfrm>
                <a:off x="1460306" y="2422187"/>
                <a:ext cx="2266545" cy="2266545"/>
              </a:xfrm>
              <a:prstGeom prst="donut">
                <a:avLst>
                  <a:gd name="adj" fmla="val 144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23" name="Group 23">
              <a:extLst>
                <a:ext uri="{FF2B5EF4-FFF2-40B4-BE49-F238E27FC236}">
                  <a16:creationId xmlns:a16="http://schemas.microsoft.com/office/drawing/2014/main" id="{E0A7A905-367D-7BF3-B7F3-56112D2B9DB3}"/>
                </a:ext>
              </a:extLst>
            </p:cNvPr>
            <p:cNvGrpSpPr/>
            <p:nvPr/>
          </p:nvGrpSpPr>
          <p:grpSpPr>
            <a:xfrm>
              <a:off x="7834516" y="1744691"/>
              <a:ext cx="3872658" cy="2266545"/>
              <a:chOff x="657249" y="2422187"/>
              <a:chExt cx="3872658" cy="2266545"/>
            </a:xfrm>
          </p:grpSpPr>
          <p:sp>
            <p:nvSpPr>
              <p:cNvPr id="28" name="Chord 24">
                <a:extLst>
                  <a:ext uri="{FF2B5EF4-FFF2-40B4-BE49-F238E27FC236}">
                    <a16:creationId xmlns:a16="http://schemas.microsoft.com/office/drawing/2014/main" id="{82387330-ACE0-C9AF-1F76-F79CE1E74A75}"/>
                  </a:ext>
                </a:extLst>
              </p:cNvPr>
              <p:cNvSpPr/>
              <p:nvPr/>
            </p:nvSpPr>
            <p:spPr>
              <a:xfrm>
                <a:off x="1542018" y="2503899"/>
                <a:ext cx="2103120" cy="2103120"/>
              </a:xfrm>
              <a:prstGeom prst="chord">
                <a:avLst>
                  <a:gd name="adj1" fmla="val 13371"/>
                  <a:gd name="adj2" fmla="val 1077857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a:extLst>
                  <a:ext uri="{FF2B5EF4-FFF2-40B4-BE49-F238E27FC236}">
                    <a16:creationId xmlns:a16="http://schemas.microsoft.com/office/drawing/2014/main" id="{DA4F744B-6CC6-47E0-8A02-5CB76750B368}"/>
                  </a:ext>
                </a:extLst>
              </p:cNvPr>
              <p:cNvSpPr txBox="1"/>
              <p:nvPr/>
            </p:nvSpPr>
            <p:spPr>
              <a:xfrm>
                <a:off x="657249" y="3556671"/>
                <a:ext cx="3872658" cy="584775"/>
              </a:xfrm>
              <a:prstGeom prst="rect">
                <a:avLst/>
              </a:prstGeom>
              <a:noFill/>
            </p:spPr>
            <p:txBody>
              <a:bodyPr wrap="square" rtlCol="0" anchor="ctr">
                <a:spAutoFit/>
              </a:bodyPr>
              <a:lstStyle/>
              <a:p>
                <a:pPr algn="ctr"/>
                <a:r>
                  <a:rPr lang="en-US" altLang="ko-KR" sz="3200" b="1" dirty="0">
                    <a:solidFill>
                      <a:schemeClr val="bg1"/>
                    </a:solidFill>
                    <a:latin typeface="Times New Roman" panose="02020603050405020304" pitchFamily="18" charset="0"/>
                    <a:cs typeface="Times New Roman" panose="02020603050405020304" pitchFamily="18" charset="0"/>
                  </a:rPr>
                  <a:t>JavaScript</a:t>
                </a:r>
                <a:endParaRPr lang="ko-KR" altLang="en-US" sz="3200" b="1" dirty="0">
                  <a:solidFill>
                    <a:schemeClr val="bg1"/>
                  </a:solidFill>
                  <a:latin typeface="Times New Roman" panose="02020603050405020304" pitchFamily="18" charset="0"/>
                  <a:cs typeface="Times New Roman" panose="02020603050405020304" pitchFamily="18" charset="0"/>
                </a:endParaRPr>
              </a:p>
            </p:txBody>
          </p:sp>
          <p:sp>
            <p:nvSpPr>
              <p:cNvPr id="30" name="Circle: Hollow 26">
                <a:extLst>
                  <a:ext uri="{FF2B5EF4-FFF2-40B4-BE49-F238E27FC236}">
                    <a16:creationId xmlns:a16="http://schemas.microsoft.com/office/drawing/2014/main" id="{836BDAFA-1A3F-71E2-0BC4-56BE53237B26}"/>
                  </a:ext>
                </a:extLst>
              </p:cNvPr>
              <p:cNvSpPr/>
              <p:nvPr/>
            </p:nvSpPr>
            <p:spPr>
              <a:xfrm>
                <a:off x="1460306" y="2422187"/>
                <a:ext cx="2266545" cy="2266545"/>
              </a:xfrm>
              <a:prstGeom prst="donut">
                <a:avLst>
                  <a:gd name="adj" fmla="val 144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5" name="TextBox 24">
              <a:extLst>
                <a:ext uri="{FF2B5EF4-FFF2-40B4-BE49-F238E27FC236}">
                  <a16:creationId xmlns:a16="http://schemas.microsoft.com/office/drawing/2014/main" id="{9F611DCD-06DB-2D60-0E8B-22C215A8E020}"/>
                </a:ext>
              </a:extLst>
            </p:cNvPr>
            <p:cNvSpPr txBox="1"/>
            <p:nvPr/>
          </p:nvSpPr>
          <p:spPr>
            <a:xfrm>
              <a:off x="8366591" y="4484770"/>
              <a:ext cx="2652565" cy="276999"/>
            </a:xfrm>
            <a:prstGeom prst="rect">
              <a:avLst/>
            </a:prstGeom>
            <a:noFill/>
          </p:spPr>
          <p:txBody>
            <a:bodyPr wrap="square" rtlCol="0">
              <a:spAutoFit/>
            </a:bodyPr>
            <a:lstStyle/>
            <a:p>
              <a:pPr algn="ctr"/>
              <a:endParaRPr lang="en-US" altLang="ko-KR" sz="1200" dirty="0">
                <a:cs typeface="Arial" pitchFamily="34" charset="0"/>
              </a:endParaRPr>
            </a:p>
          </p:txBody>
        </p:sp>
        <p:sp>
          <p:nvSpPr>
            <p:cNvPr id="27" name="TextBox 26">
              <a:extLst>
                <a:ext uri="{FF2B5EF4-FFF2-40B4-BE49-F238E27FC236}">
                  <a16:creationId xmlns:a16="http://schemas.microsoft.com/office/drawing/2014/main" id="{ED3B20B7-01F8-FF1B-ECFC-F07311E4CB5E}"/>
                </a:ext>
              </a:extLst>
            </p:cNvPr>
            <p:cNvSpPr txBox="1"/>
            <p:nvPr/>
          </p:nvSpPr>
          <p:spPr>
            <a:xfrm>
              <a:off x="719079" y="5321825"/>
              <a:ext cx="10784531" cy="954107"/>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just"/>
              <a:r>
                <a:rPr lang="en-US" sz="1400" dirty="0">
                  <a:solidFill>
                    <a:schemeClr val="tx1"/>
                  </a:solidFill>
                  <a:latin typeface="Times New Roman" panose="02020603050405020304" pitchFamily="18" charset="0"/>
                  <a:cs typeface="Times New Roman" panose="02020603050405020304" pitchFamily="18" charset="0"/>
                </a:rPr>
                <a:t>We use HTML to structure the content and create the foundation of the website, ensuring proper organization of elements like text, images, and forms. CSS is employed to enhance the visual appeal by styling the website, ensuring it is responsive and adapts seamlessly across different devices. JavaScript is crucial for adding interactivity and dynamic content, such as validating user input, updating booking information in real-time, and creating a smooth user experience with interactive features like dropdowns, pop-ups, and form submissions.</a:t>
              </a:r>
              <a:endParaRPr lang="ko-KR" altLang="en-US" sz="1400" dirty="0">
                <a:solidFill>
                  <a:schemeClr val="tx1"/>
                </a:solidFill>
                <a:latin typeface="Times New Roman" panose="02020603050405020304" pitchFamily="18" charset="0"/>
                <a:cs typeface="Times New Roman" panose="02020603050405020304" pitchFamily="18" charset="0"/>
              </a:endParaRPr>
            </a:p>
          </p:txBody>
        </p:sp>
      </p:grpSp>
      <p:pic>
        <p:nvPicPr>
          <p:cNvPr id="38" name="Picture 37">
            <a:extLst>
              <a:ext uri="{FF2B5EF4-FFF2-40B4-BE49-F238E27FC236}">
                <a16:creationId xmlns:a16="http://schemas.microsoft.com/office/drawing/2014/main" id="{E76D041F-F1B4-3657-0665-208F83635D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4331" y="2160032"/>
            <a:ext cx="789506" cy="789506"/>
          </a:xfrm>
          <a:prstGeom prst="rect">
            <a:avLst/>
          </a:prstGeom>
        </p:spPr>
      </p:pic>
      <p:pic>
        <p:nvPicPr>
          <p:cNvPr id="39" name="Picture 38">
            <a:extLst>
              <a:ext uri="{FF2B5EF4-FFF2-40B4-BE49-F238E27FC236}">
                <a16:creationId xmlns:a16="http://schemas.microsoft.com/office/drawing/2014/main" id="{6437EDA3-2B30-3E3C-134B-177E044844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59167" y="2162950"/>
            <a:ext cx="720519" cy="720519"/>
          </a:xfrm>
          <a:prstGeom prst="rect">
            <a:avLst/>
          </a:prstGeom>
        </p:spPr>
      </p:pic>
      <p:pic>
        <p:nvPicPr>
          <p:cNvPr id="40" name="Picture 39">
            <a:extLst>
              <a:ext uri="{FF2B5EF4-FFF2-40B4-BE49-F238E27FC236}">
                <a16:creationId xmlns:a16="http://schemas.microsoft.com/office/drawing/2014/main" id="{1E68F076-BE1B-93CB-004E-EC07938BA8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10534" y="2098764"/>
            <a:ext cx="822028" cy="822028"/>
          </a:xfrm>
          <a:prstGeom prst="rect">
            <a:avLst/>
          </a:prstGeom>
        </p:spPr>
      </p:pic>
      <p:sp>
        <p:nvSpPr>
          <p:cNvPr id="41" name="Rectangle 1">
            <a:extLst>
              <a:ext uri="{FF2B5EF4-FFF2-40B4-BE49-F238E27FC236}">
                <a16:creationId xmlns:a16="http://schemas.microsoft.com/office/drawing/2014/main" id="{0C6F1AF1-6F84-49F8-74C5-5CE6612AC78C}"/>
              </a:ext>
            </a:extLst>
          </p:cNvPr>
          <p:cNvSpPr>
            <a:spLocks noChangeArrowheads="1"/>
          </p:cNvSpPr>
          <p:nvPr/>
        </p:nvSpPr>
        <p:spPr bwMode="auto">
          <a:xfrm>
            <a:off x="960839" y="3863552"/>
            <a:ext cx="3208867"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Provides the basic structure and content of our HDS website (e.g., text, images, forms).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2" name="TextBox 41">
            <a:extLst>
              <a:ext uri="{FF2B5EF4-FFF2-40B4-BE49-F238E27FC236}">
                <a16:creationId xmlns:a16="http://schemas.microsoft.com/office/drawing/2014/main" id="{73E535FA-8D82-14DF-7A38-6C125577989D}"/>
              </a:ext>
            </a:extLst>
          </p:cNvPr>
          <p:cNvSpPr txBox="1"/>
          <p:nvPr/>
        </p:nvSpPr>
        <p:spPr>
          <a:xfrm>
            <a:off x="8487944" y="4037452"/>
            <a:ext cx="2583219" cy="1323439"/>
          </a:xfrm>
          <a:prstGeom prst="rect">
            <a:avLst/>
          </a:prstGeom>
          <a:noFill/>
        </p:spPr>
        <p:txBody>
          <a:bodyPr wrap="square">
            <a:spAutoFit/>
          </a:bodyPr>
          <a:lstStyle/>
          <a:p>
            <a:pPr algn="ctr"/>
            <a:r>
              <a:rPr lang="en-US" sz="1600" dirty="0">
                <a:latin typeface="Times New Roman" panose="02020603050405020304" pitchFamily="18" charset="0"/>
                <a:cs typeface="Times New Roman" panose="02020603050405020304" pitchFamily="18" charset="0"/>
              </a:rPr>
              <a:t>Adds interactivity, such as form validation, dynamic content updates, and user-driven actions like booking or menu selection.</a:t>
            </a:r>
          </a:p>
        </p:txBody>
      </p:sp>
      <p:sp>
        <p:nvSpPr>
          <p:cNvPr id="43" name="TextBox 42">
            <a:extLst>
              <a:ext uri="{FF2B5EF4-FFF2-40B4-BE49-F238E27FC236}">
                <a16:creationId xmlns:a16="http://schemas.microsoft.com/office/drawing/2014/main" id="{7D5E94E2-5962-DC00-8C64-7F5E61800273}"/>
              </a:ext>
            </a:extLst>
          </p:cNvPr>
          <p:cNvSpPr txBox="1"/>
          <p:nvPr/>
        </p:nvSpPr>
        <p:spPr>
          <a:xfrm>
            <a:off x="3465377" y="214492"/>
            <a:ext cx="5180905" cy="1169551"/>
          </a:xfrm>
          <a:prstGeom prst="rect">
            <a:avLst/>
          </a:prstGeom>
          <a:noFill/>
        </p:spPr>
        <p:txBody>
          <a:bodyPr wrap="none" rtlCol="0">
            <a:spAutoFit/>
          </a:bodyPr>
          <a:lstStyle/>
          <a:p>
            <a:pPr algn="ctr"/>
            <a:r>
              <a:rPr lang="en-US" sz="52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Technology Stack</a:t>
            </a:r>
          </a:p>
          <a:p>
            <a:pPr algn="ctr"/>
            <a:endParaRPr lang="en-US" dirty="0"/>
          </a:p>
        </p:txBody>
      </p:sp>
    </p:spTree>
    <p:extLst>
      <p:ext uri="{BB962C8B-B14F-4D97-AF65-F5344CB8AC3E}">
        <p14:creationId xmlns:p14="http://schemas.microsoft.com/office/powerpoint/2010/main" val="2655494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ight Triangle 2">
            <a:extLst>
              <a:ext uri="{FF2B5EF4-FFF2-40B4-BE49-F238E27FC236}">
                <a16:creationId xmlns:a16="http://schemas.microsoft.com/office/drawing/2014/main" id="{407C078B-5AF1-5DFB-E837-DABC2674709F}"/>
              </a:ext>
            </a:extLst>
          </p:cNvPr>
          <p:cNvSpPr/>
          <p:nvPr/>
        </p:nvSpPr>
        <p:spPr>
          <a:xfrm rot="8167238" flipH="1">
            <a:off x="-1143856" y="2212411"/>
            <a:ext cx="6729509" cy="5002756"/>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ight Triangle 1">
            <a:extLst>
              <a:ext uri="{FF2B5EF4-FFF2-40B4-BE49-F238E27FC236}">
                <a16:creationId xmlns:a16="http://schemas.microsoft.com/office/drawing/2014/main" id="{3240C0B4-EEC7-46EC-3A93-1DB06C44EBCD}"/>
              </a:ext>
            </a:extLst>
          </p:cNvPr>
          <p:cNvSpPr/>
          <p:nvPr/>
        </p:nvSpPr>
        <p:spPr>
          <a:xfrm rot="18879220" flipH="1">
            <a:off x="7164801" y="-267452"/>
            <a:ext cx="5879336" cy="4288420"/>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TextBox 68">
            <a:extLst>
              <a:ext uri="{FF2B5EF4-FFF2-40B4-BE49-F238E27FC236}">
                <a16:creationId xmlns:a16="http://schemas.microsoft.com/office/drawing/2014/main" id="{25B83FF8-2D26-22B8-68E4-CEA824174B39}"/>
              </a:ext>
            </a:extLst>
          </p:cNvPr>
          <p:cNvSpPr txBox="1"/>
          <p:nvPr/>
        </p:nvSpPr>
        <p:spPr>
          <a:xfrm>
            <a:off x="4382232" y="186612"/>
            <a:ext cx="3427540" cy="892552"/>
          </a:xfrm>
          <a:prstGeom prst="rect">
            <a:avLst/>
          </a:prstGeom>
          <a:noFill/>
        </p:spPr>
        <p:txBody>
          <a:bodyPr wrap="none" rtlCol="0">
            <a:spAutoFit/>
          </a:bodyPr>
          <a:lstStyle/>
          <a:p>
            <a:pPr algn="ctr"/>
            <a:r>
              <a:rPr lang="en-US" sz="52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Home Page</a:t>
            </a:r>
          </a:p>
        </p:txBody>
      </p:sp>
      <p:sp>
        <p:nvSpPr>
          <p:cNvPr id="71" name="Rectangle 2">
            <a:extLst>
              <a:ext uri="{FF2B5EF4-FFF2-40B4-BE49-F238E27FC236}">
                <a16:creationId xmlns:a16="http://schemas.microsoft.com/office/drawing/2014/main" id="{D09868FA-B3CA-1D35-C3C6-8E07A802CC1D}"/>
              </a:ext>
            </a:extLst>
          </p:cNvPr>
          <p:cNvSpPr>
            <a:spLocks noChangeArrowheads="1"/>
          </p:cNvSpPr>
          <p:nvPr/>
        </p:nvSpPr>
        <p:spPr bwMode="auto">
          <a:xfrm>
            <a:off x="578499" y="1544492"/>
            <a:ext cx="529045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Acts as the landing page for users.</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Contains a navigation bar for accessing other modules.</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Includes introductory content and visual elements.</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Designed with a clean layout for first-time visitors.</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Mobile-friendly spacing and typography.</a:t>
            </a:r>
          </a:p>
        </p:txBody>
      </p:sp>
      <p:pic>
        <p:nvPicPr>
          <p:cNvPr id="76" name="Picture 75" descr="A screenshot of a graph&#10;&#10;AI-generated content may be incorrect.">
            <a:extLst>
              <a:ext uri="{FF2B5EF4-FFF2-40B4-BE49-F238E27FC236}">
                <a16:creationId xmlns:a16="http://schemas.microsoft.com/office/drawing/2014/main" id="{0797AE9E-51CE-957B-CBB3-7C714CAA0A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6702" y="1265776"/>
            <a:ext cx="4702629" cy="522832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24298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ight Triangle 2">
            <a:extLst>
              <a:ext uri="{FF2B5EF4-FFF2-40B4-BE49-F238E27FC236}">
                <a16:creationId xmlns:a16="http://schemas.microsoft.com/office/drawing/2014/main" id="{3DA0E5FD-A239-EA5E-407C-7AEC387AE17E}"/>
              </a:ext>
            </a:extLst>
          </p:cNvPr>
          <p:cNvSpPr/>
          <p:nvPr/>
        </p:nvSpPr>
        <p:spPr>
          <a:xfrm rot="18879220" flipH="1">
            <a:off x="7164801" y="-267452"/>
            <a:ext cx="5879336" cy="4288420"/>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ight Triangle 4">
            <a:extLst>
              <a:ext uri="{FF2B5EF4-FFF2-40B4-BE49-F238E27FC236}">
                <a16:creationId xmlns:a16="http://schemas.microsoft.com/office/drawing/2014/main" id="{7B17862C-CC7F-5C8C-30C2-1B065B858B85}"/>
              </a:ext>
            </a:extLst>
          </p:cNvPr>
          <p:cNvSpPr/>
          <p:nvPr/>
        </p:nvSpPr>
        <p:spPr>
          <a:xfrm rot="8167238" flipH="1">
            <a:off x="-1143856" y="2212411"/>
            <a:ext cx="6729509" cy="5002756"/>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F8C31890-A773-5CAF-95C7-02AB3198EB6F}"/>
              </a:ext>
            </a:extLst>
          </p:cNvPr>
          <p:cNvSpPr txBox="1"/>
          <p:nvPr/>
        </p:nvSpPr>
        <p:spPr>
          <a:xfrm>
            <a:off x="4021494" y="111967"/>
            <a:ext cx="3265638" cy="861774"/>
          </a:xfrm>
          <a:prstGeom prst="rect">
            <a:avLst/>
          </a:prstGeom>
          <a:noFill/>
        </p:spPr>
        <p:txBody>
          <a:bodyPr wrap="none" rtlCol="0">
            <a:spAutoFit/>
          </a:bodyPr>
          <a:lstStyle/>
          <a:p>
            <a:pPr algn="ctr"/>
            <a:r>
              <a:rPr lang="en-US" sz="50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Login Page</a:t>
            </a:r>
          </a:p>
        </p:txBody>
      </p:sp>
      <p:sp>
        <p:nvSpPr>
          <p:cNvPr id="4" name="Rectangle 1">
            <a:extLst>
              <a:ext uri="{FF2B5EF4-FFF2-40B4-BE49-F238E27FC236}">
                <a16:creationId xmlns:a16="http://schemas.microsoft.com/office/drawing/2014/main" id="{7D2397AB-2F03-A379-57BA-05C8BE5AB7C4}"/>
              </a:ext>
            </a:extLst>
          </p:cNvPr>
          <p:cNvSpPr>
            <a:spLocks noChangeArrowheads="1"/>
          </p:cNvSpPr>
          <p:nvPr/>
        </p:nvSpPr>
        <p:spPr bwMode="auto">
          <a:xfrm rot="10800000" flipV="1">
            <a:off x="615818" y="1539799"/>
            <a:ext cx="5775650"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lang="en-US" altLang="en-US" sz="2600" dirty="0">
                <a:latin typeface="Times New Roman" panose="02020603050405020304" pitchFamily="18" charset="0"/>
                <a:cs typeface="Times New Roman" panose="02020603050405020304" pitchFamily="18" charset="0"/>
              </a:rPr>
              <a:t>l</a:t>
            </a:r>
            <a:r>
              <a:rPr kumimoji="0" lang="en-US" altLang="en-US" sz="2600" i="0" u="none" strike="noStrike" cap="none" normalizeH="0" baseline="0" dirty="0">
                <a:ln>
                  <a:noFill/>
                </a:ln>
                <a:effectLst/>
                <a:latin typeface="Times New Roman" panose="02020603050405020304" pitchFamily="18" charset="0"/>
                <a:cs typeface="Times New Roman" panose="02020603050405020304" pitchFamily="18" charset="0"/>
              </a:rPr>
              <a:t>ogin.html provides a secure entry point for users.</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600" i="0" u="none" strike="noStrike" cap="none" normalizeH="0" baseline="0" dirty="0">
                <a:ln>
                  <a:noFill/>
                </a:ln>
                <a:effectLst/>
                <a:latin typeface="Times New Roman" panose="02020603050405020304" pitchFamily="18" charset="0"/>
                <a:cs typeface="Times New Roman" panose="02020603050405020304" pitchFamily="18" charset="0"/>
              </a:rPr>
              <a:t>Contains fields: Username / Email, Password.</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600" i="0" u="none" strike="noStrike" cap="none" normalizeH="0" baseline="0" dirty="0">
                <a:ln>
                  <a:noFill/>
                </a:ln>
                <a:effectLst/>
                <a:latin typeface="Times New Roman" panose="02020603050405020304" pitchFamily="18" charset="0"/>
                <a:cs typeface="Times New Roman" panose="02020603050405020304" pitchFamily="18" charset="0"/>
              </a:rPr>
              <a:t>Simple and minimal UI for fast authentication.</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600" i="0" u="none" strike="noStrike" cap="none" normalizeH="0" baseline="0" dirty="0">
                <a:ln>
                  <a:noFill/>
                </a:ln>
                <a:effectLst/>
                <a:latin typeface="Times New Roman" panose="02020603050405020304" pitchFamily="18" charset="0"/>
                <a:cs typeface="Times New Roman" panose="02020603050405020304" pitchFamily="18" charset="0"/>
              </a:rPr>
              <a:t>Placeholder for future backend validation.</a:t>
            </a:r>
          </a:p>
        </p:txBody>
      </p:sp>
      <p:pic>
        <p:nvPicPr>
          <p:cNvPr id="6" name="Picture 5" descr="A screenshot of a login form&#10;&#10;AI-generated content may be incorrect.">
            <a:extLst>
              <a:ext uri="{FF2B5EF4-FFF2-40B4-BE49-F238E27FC236}">
                <a16:creationId xmlns:a16="http://schemas.microsoft.com/office/drawing/2014/main" id="{DB0A8488-26F2-A992-65BB-6151881AB69B}"/>
              </a:ext>
            </a:extLst>
          </p:cNvPr>
          <p:cNvPicPr>
            <a:picLocks noChangeAspect="1"/>
          </p:cNvPicPr>
          <p:nvPr/>
        </p:nvPicPr>
        <p:blipFill>
          <a:blip r:embed="rId2"/>
          <a:stretch>
            <a:fillRect/>
          </a:stretch>
        </p:blipFill>
        <p:spPr>
          <a:xfrm>
            <a:off x="6816062" y="1364784"/>
            <a:ext cx="4296697" cy="476291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98115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8E019186-547B-0C99-065E-B21209CCF13B}"/>
              </a:ext>
            </a:extLst>
          </p:cNvPr>
          <p:cNvSpPr/>
          <p:nvPr/>
        </p:nvSpPr>
        <p:spPr>
          <a:xfrm rot="18879220" flipH="1">
            <a:off x="7164801" y="-267452"/>
            <a:ext cx="5879336" cy="4288420"/>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ight Triangle 4">
            <a:extLst>
              <a:ext uri="{FF2B5EF4-FFF2-40B4-BE49-F238E27FC236}">
                <a16:creationId xmlns:a16="http://schemas.microsoft.com/office/drawing/2014/main" id="{6917FA8D-C6A8-17CB-4D85-C1D43EF80336}"/>
              </a:ext>
            </a:extLst>
          </p:cNvPr>
          <p:cNvSpPr/>
          <p:nvPr/>
        </p:nvSpPr>
        <p:spPr>
          <a:xfrm rot="8167238" flipH="1">
            <a:off x="-1143856" y="2212411"/>
            <a:ext cx="6729509" cy="5002756"/>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76D19A70-A757-4B6B-98DE-12F79EAC8DCB}"/>
              </a:ext>
            </a:extLst>
          </p:cNvPr>
          <p:cNvSpPr txBox="1"/>
          <p:nvPr/>
        </p:nvSpPr>
        <p:spPr>
          <a:xfrm>
            <a:off x="585496" y="1421478"/>
            <a:ext cx="6097554" cy="4062651"/>
          </a:xfrm>
          <a:prstGeom prst="rect">
            <a:avLst/>
          </a:prstGeom>
          <a:noFill/>
        </p:spPr>
        <p:txBody>
          <a:bodyPr wrap="square">
            <a:spAutoFit/>
          </a:bodyPr>
          <a:lstStyle/>
          <a:p>
            <a:pPr marL="285750" indent="-285750">
              <a:buFont typeface="Wingdings" panose="05000000000000000000" pitchFamily="2" charset="2"/>
              <a:buChar char="q"/>
            </a:pPr>
            <a:endParaRPr lang="en-US" b="1" dirty="0"/>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register.html designed for new user onboarding.</a:t>
            </a: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Input fields include:</a:t>
            </a:r>
          </a:p>
          <a:p>
            <a:pPr marL="800100" lvl="1"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Name</a:t>
            </a:r>
          </a:p>
          <a:p>
            <a:pPr marL="800100" lvl="1"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Email</a:t>
            </a:r>
          </a:p>
          <a:p>
            <a:pPr marL="800100" lvl="1"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Password</a:t>
            </a:r>
          </a:p>
          <a:p>
            <a:pPr marL="800100" lvl="1"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Confirm Password</a:t>
            </a: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Ensures proper form structure and alignment.</a:t>
            </a: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CSS-based validations such as hover &amp; focus effects</a:t>
            </a:r>
          </a:p>
        </p:txBody>
      </p:sp>
      <p:sp>
        <p:nvSpPr>
          <p:cNvPr id="4" name="TextBox 3">
            <a:extLst>
              <a:ext uri="{FF2B5EF4-FFF2-40B4-BE49-F238E27FC236}">
                <a16:creationId xmlns:a16="http://schemas.microsoft.com/office/drawing/2014/main" id="{83A19C82-9261-2B13-7205-CF7C15AC9637}"/>
              </a:ext>
            </a:extLst>
          </p:cNvPr>
          <p:cNvSpPr txBox="1"/>
          <p:nvPr/>
        </p:nvSpPr>
        <p:spPr>
          <a:xfrm>
            <a:off x="3237723" y="157239"/>
            <a:ext cx="5243743" cy="1169551"/>
          </a:xfrm>
          <a:prstGeom prst="rect">
            <a:avLst/>
          </a:prstGeom>
          <a:noFill/>
        </p:spPr>
        <p:txBody>
          <a:bodyPr wrap="none" rtlCol="0">
            <a:spAutoFit/>
          </a:bodyPr>
          <a:lstStyle/>
          <a:p>
            <a:pPr algn="ctr"/>
            <a:r>
              <a:rPr lang="en-US" sz="52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Registration Page</a:t>
            </a:r>
          </a:p>
          <a:p>
            <a:pPr algn="ctr"/>
            <a:endParaRPr lang="en-US" dirty="0"/>
          </a:p>
        </p:txBody>
      </p:sp>
      <p:pic>
        <p:nvPicPr>
          <p:cNvPr id="6" name="Picture 5" descr="A screenshot of a login form&#10;&#10;AI-generated content may be incorrect.">
            <a:extLst>
              <a:ext uri="{FF2B5EF4-FFF2-40B4-BE49-F238E27FC236}">
                <a16:creationId xmlns:a16="http://schemas.microsoft.com/office/drawing/2014/main" id="{EBB9742A-CBEB-4A2A-A449-0C9F2DB1EB5E}"/>
              </a:ext>
            </a:extLst>
          </p:cNvPr>
          <p:cNvPicPr>
            <a:picLocks noChangeAspect="1"/>
          </p:cNvPicPr>
          <p:nvPr/>
        </p:nvPicPr>
        <p:blipFill>
          <a:blip r:embed="rId2"/>
          <a:stretch>
            <a:fillRect/>
          </a:stretch>
        </p:blipFill>
        <p:spPr>
          <a:xfrm>
            <a:off x="7091265" y="1326791"/>
            <a:ext cx="4213680" cy="498070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71377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17F29F6D-A8E5-6E23-55E7-C67CAC568A08}"/>
              </a:ext>
            </a:extLst>
          </p:cNvPr>
          <p:cNvSpPr/>
          <p:nvPr/>
        </p:nvSpPr>
        <p:spPr>
          <a:xfrm rot="18879220" flipH="1">
            <a:off x="7164801" y="-267452"/>
            <a:ext cx="5879336" cy="4288420"/>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ight Triangle 4">
            <a:extLst>
              <a:ext uri="{FF2B5EF4-FFF2-40B4-BE49-F238E27FC236}">
                <a16:creationId xmlns:a16="http://schemas.microsoft.com/office/drawing/2014/main" id="{FD91C0FA-1871-A85F-D0ED-8CC1195BC486}"/>
              </a:ext>
            </a:extLst>
          </p:cNvPr>
          <p:cNvSpPr/>
          <p:nvPr/>
        </p:nvSpPr>
        <p:spPr>
          <a:xfrm rot="8167238" flipH="1">
            <a:off x="-1143856" y="2212411"/>
            <a:ext cx="6729509" cy="5002756"/>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4EE3DBC2-A30C-4899-9AE6-02AD6E2C0F06}"/>
              </a:ext>
            </a:extLst>
          </p:cNvPr>
          <p:cNvSpPr txBox="1"/>
          <p:nvPr/>
        </p:nvSpPr>
        <p:spPr>
          <a:xfrm>
            <a:off x="643811" y="1643275"/>
            <a:ext cx="5732107" cy="3785652"/>
          </a:xfrm>
          <a:prstGeom prst="rect">
            <a:avLst/>
          </a:prstGeom>
          <a:noFill/>
        </p:spPr>
        <p:txBody>
          <a:bodyPr wrap="square">
            <a:spAutoFit/>
          </a:bodyPr>
          <a:lstStyle/>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Displays employee-related information.</a:t>
            </a: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Includes fields like:</a:t>
            </a:r>
          </a:p>
          <a:p>
            <a:pPr marL="800100" lvl="1"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Employee Name</a:t>
            </a:r>
          </a:p>
          <a:p>
            <a:pPr marL="800100" lvl="1"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Position</a:t>
            </a:r>
          </a:p>
          <a:p>
            <a:pPr marL="800100" lvl="1"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Contact Information</a:t>
            </a: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Can be extended with:</a:t>
            </a:r>
          </a:p>
          <a:p>
            <a:pPr marL="800100" lvl="1"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Add/Edit/Delete buttons (future backend integration).</a:t>
            </a: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Visual tables provide clean data presentation</a:t>
            </a:r>
            <a:r>
              <a:rPr lang="en-US" dirty="0"/>
              <a:t>.</a:t>
            </a:r>
          </a:p>
        </p:txBody>
      </p:sp>
      <p:sp>
        <p:nvSpPr>
          <p:cNvPr id="4" name="TextBox 3">
            <a:extLst>
              <a:ext uri="{FF2B5EF4-FFF2-40B4-BE49-F238E27FC236}">
                <a16:creationId xmlns:a16="http://schemas.microsoft.com/office/drawing/2014/main" id="{9231C1CD-B876-4D3B-2919-CE29CF5BBE56}"/>
              </a:ext>
            </a:extLst>
          </p:cNvPr>
          <p:cNvSpPr txBox="1"/>
          <p:nvPr/>
        </p:nvSpPr>
        <p:spPr>
          <a:xfrm>
            <a:off x="2537925" y="83977"/>
            <a:ext cx="7847045" cy="1477328"/>
          </a:xfrm>
          <a:prstGeom prst="rect">
            <a:avLst/>
          </a:prstGeom>
          <a:noFill/>
        </p:spPr>
        <p:txBody>
          <a:bodyPr wrap="square" rtlCol="0">
            <a:spAutoFit/>
          </a:bodyPr>
          <a:lstStyle/>
          <a:p>
            <a:r>
              <a:rPr lang="en-US" sz="45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Employees Management Page</a:t>
            </a:r>
          </a:p>
          <a:p>
            <a:endParaRPr lang="en-US" sz="4500" dirty="0"/>
          </a:p>
        </p:txBody>
      </p:sp>
      <p:pic>
        <p:nvPicPr>
          <p:cNvPr id="6" name="Picture 5">
            <a:extLst>
              <a:ext uri="{FF2B5EF4-FFF2-40B4-BE49-F238E27FC236}">
                <a16:creationId xmlns:a16="http://schemas.microsoft.com/office/drawing/2014/main" id="{79C0B930-F7A4-6E5D-E8C5-FD6139A3F3F3}"/>
              </a:ext>
            </a:extLst>
          </p:cNvPr>
          <p:cNvPicPr>
            <a:picLocks noChangeAspect="1"/>
          </p:cNvPicPr>
          <p:nvPr/>
        </p:nvPicPr>
        <p:blipFill>
          <a:blip r:embed="rId2"/>
          <a:stretch>
            <a:fillRect/>
          </a:stretch>
        </p:blipFill>
        <p:spPr>
          <a:xfrm>
            <a:off x="6718041" y="1184988"/>
            <a:ext cx="4347266" cy="514351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94105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92DA2C37-6B9D-FA8F-2EF6-1E831ADE0C60}"/>
              </a:ext>
            </a:extLst>
          </p:cNvPr>
          <p:cNvSpPr/>
          <p:nvPr/>
        </p:nvSpPr>
        <p:spPr>
          <a:xfrm rot="18879220" flipH="1">
            <a:off x="7164801" y="-267452"/>
            <a:ext cx="5879336" cy="4288420"/>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ight Triangle 4">
            <a:extLst>
              <a:ext uri="{FF2B5EF4-FFF2-40B4-BE49-F238E27FC236}">
                <a16:creationId xmlns:a16="http://schemas.microsoft.com/office/drawing/2014/main" id="{6FC5B069-4BBF-5C90-F67D-75DA1F561036}"/>
              </a:ext>
            </a:extLst>
          </p:cNvPr>
          <p:cNvSpPr/>
          <p:nvPr/>
        </p:nvSpPr>
        <p:spPr>
          <a:xfrm rot="8167238" flipH="1">
            <a:off x="-1143856" y="2212411"/>
            <a:ext cx="6729509" cy="5002756"/>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A967B522-FEDA-5AA3-7CAE-8E3ACEBB0D6D}"/>
              </a:ext>
            </a:extLst>
          </p:cNvPr>
          <p:cNvSpPr txBox="1"/>
          <p:nvPr/>
        </p:nvSpPr>
        <p:spPr>
          <a:xfrm>
            <a:off x="688133" y="1497478"/>
            <a:ext cx="4844920" cy="3170099"/>
          </a:xfrm>
          <a:prstGeom prst="rect">
            <a:avLst/>
          </a:prstGeom>
          <a:noFill/>
        </p:spPr>
        <p:txBody>
          <a:bodyPr wrap="square">
            <a:spAutoFit/>
          </a:bodyPr>
          <a:lstStyle/>
          <a:p>
            <a:pPr>
              <a:buNone/>
            </a:pPr>
            <a:endParaRPr lang="en-US" b="1" dirty="0"/>
          </a:p>
          <a:p>
            <a:pPr marL="457200" indent="-457200">
              <a:buFont typeface="Wingdings" panose="05000000000000000000" pitchFamily="2" charset="2"/>
              <a:buChar char="q"/>
            </a:pPr>
            <a:r>
              <a:rPr lang="en-US" sz="2600" dirty="0">
                <a:latin typeface="Times New Roman" panose="02020603050405020304" pitchFamily="18" charset="0"/>
                <a:cs typeface="Times New Roman" panose="02020603050405020304" pitchFamily="18" charset="0"/>
              </a:rPr>
              <a:t>Provides supplier-related data.</a:t>
            </a:r>
          </a:p>
          <a:p>
            <a:pPr marL="457200" indent="-457200">
              <a:buFont typeface="Wingdings" panose="05000000000000000000" pitchFamily="2" charset="2"/>
              <a:buChar char="q"/>
            </a:pPr>
            <a:r>
              <a:rPr lang="en-US" sz="2600" dirty="0">
                <a:latin typeface="Times New Roman" panose="02020603050405020304" pitchFamily="18" charset="0"/>
                <a:cs typeface="Times New Roman" panose="02020603050405020304" pitchFamily="18" charset="0"/>
              </a:rPr>
              <a:t>Useful for inventory &amp; supply chain processes.</a:t>
            </a:r>
          </a:p>
          <a:p>
            <a:pPr marL="457200" indent="-457200">
              <a:buFont typeface="Wingdings" panose="05000000000000000000" pitchFamily="2" charset="2"/>
              <a:buChar char="q"/>
            </a:pPr>
            <a:r>
              <a:rPr lang="en-US" sz="2600" dirty="0">
                <a:latin typeface="Times New Roman" panose="02020603050405020304" pitchFamily="18" charset="0"/>
                <a:cs typeface="Times New Roman" panose="02020603050405020304" pitchFamily="18" charset="0"/>
              </a:rPr>
              <a:t>Simple table-based layout.</a:t>
            </a:r>
          </a:p>
          <a:p>
            <a:pPr marL="457200" indent="-457200">
              <a:buFont typeface="Wingdings" panose="05000000000000000000" pitchFamily="2" charset="2"/>
              <a:buChar char="q"/>
            </a:pPr>
            <a:r>
              <a:rPr lang="en-US" sz="2600" dirty="0">
                <a:latin typeface="Times New Roman" panose="02020603050405020304" pitchFamily="18" charset="0"/>
                <a:cs typeface="Times New Roman" panose="02020603050405020304" pitchFamily="18" charset="0"/>
              </a:rPr>
              <a:t>Clean UI makes data easy to view and update (in future versions).</a:t>
            </a:r>
          </a:p>
        </p:txBody>
      </p:sp>
      <p:sp>
        <p:nvSpPr>
          <p:cNvPr id="4" name="TextBox 3">
            <a:extLst>
              <a:ext uri="{FF2B5EF4-FFF2-40B4-BE49-F238E27FC236}">
                <a16:creationId xmlns:a16="http://schemas.microsoft.com/office/drawing/2014/main" id="{B1E817E3-8F89-CCFB-555E-7C848293F0CC}"/>
              </a:ext>
            </a:extLst>
          </p:cNvPr>
          <p:cNvSpPr txBox="1"/>
          <p:nvPr/>
        </p:nvSpPr>
        <p:spPr>
          <a:xfrm>
            <a:off x="2603240" y="149289"/>
            <a:ext cx="8065798" cy="1169551"/>
          </a:xfrm>
          <a:prstGeom prst="rect">
            <a:avLst/>
          </a:prstGeom>
          <a:noFill/>
        </p:spPr>
        <p:txBody>
          <a:bodyPr wrap="none" rtlCol="0">
            <a:spAutoFit/>
          </a:bodyPr>
          <a:lstStyle/>
          <a:p>
            <a:pPr algn="ctr"/>
            <a:r>
              <a:rPr lang="en-US" sz="52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Supplier Management Page</a:t>
            </a:r>
          </a:p>
          <a:p>
            <a:endParaRPr lang="en-US" dirty="0"/>
          </a:p>
        </p:txBody>
      </p:sp>
      <p:pic>
        <p:nvPicPr>
          <p:cNvPr id="8" name="Picture 7" descr="A screenshot of a login form&#10;&#10;AI-generated content may be incorrect.">
            <a:extLst>
              <a:ext uri="{FF2B5EF4-FFF2-40B4-BE49-F238E27FC236}">
                <a16:creationId xmlns:a16="http://schemas.microsoft.com/office/drawing/2014/main" id="{D1222AB9-8960-5DC5-792E-CA490F0D00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9421" y="1318840"/>
            <a:ext cx="3685592" cy="489534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7230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2DEB0E30-96D3-E1FF-7264-AD7C901A47CC}"/>
              </a:ext>
            </a:extLst>
          </p:cNvPr>
          <p:cNvSpPr/>
          <p:nvPr/>
        </p:nvSpPr>
        <p:spPr>
          <a:xfrm rot="18879220" flipH="1">
            <a:off x="7164801" y="-267452"/>
            <a:ext cx="5879336" cy="4288420"/>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ight Triangle 2">
            <a:extLst>
              <a:ext uri="{FF2B5EF4-FFF2-40B4-BE49-F238E27FC236}">
                <a16:creationId xmlns:a16="http://schemas.microsoft.com/office/drawing/2014/main" id="{9C96E9EA-EC01-0586-66D7-1936D44C98D8}"/>
              </a:ext>
            </a:extLst>
          </p:cNvPr>
          <p:cNvSpPr/>
          <p:nvPr/>
        </p:nvSpPr>
        <p:spPr>
          <a:xfrm rot="8167238" flipH="1">
            <a:off x="-1143856" y="2212411"/>
            <a:ext cx="6729509" cy="5002756"/>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6180A773-1E16-AD73-91B7-2F5E4F052206}"/>
              </a:ext>
            </a:extLst>
          </p:cNvPr>
          <p:cNvSpPr txBox="1"/>
          <p:nvPr/>
        </p:nvSpPr>
        <p:spPr>
          <a:xfrm>
            <a:off x="1987420" y="111967"/>
            <a:ext cx="8482130" cy="1200329"/>
          </a:xfrm>
          <a:prstGeom prst="rect">
            <a:avLst/>
          </a:prstGeom>
          <a:noFill/>
        </p:spPr>
        <p:txBody>
          <a:bodyPr wrap="none" rtlCol="0">
            <a:spAutoFit/>
          </a:bodyPr>
          <a:lstStyle/>
          <a:p>
            <a:pPr algn="ctr"/>
            <a:r>
              <a:rPr lang="en-US" sz="52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Products Management Page</a:t>
            </a:r>
          </a:p>
          <a:p>
            <a:endParaRPr lang="en-US" dirty="0"/>
          </a:p>
        </p:txBody>
      </p:sp>
      <p:sp>
        <p:nvSpPr>
          <p:cNvPr id="5" name="Rectangle 1">
            <a:extLst>
              <a:ext uri="{FF2B5EF4-FFF2-40B4-BE49-F238E27FC236}">
                <a16:creationId xmlns:a16="http://schemas.microsoft.com/office/drawing/2014/main" id="{AB051FE8-754E-650A-9138-25669A517829}"/>
              </a:ext>
            </a:extLst>
          </p:cNvPr>
          <p:cNvSpPr>
            <a:spLocks noChangeArrowheads="1"/>
          </p:cNvSpPr>
          <p:nvPr/>
        </p:nvSpPr>
        <p:spPr bwMode="auto">
          <a:xfrm>
            <a:off x="450980" y="1443806"/>
            <a:ext cx="5645020"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Displays detailed product information including name, ID, description, and quantity.</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organized presentation of multiple products with images and specifications.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Helps track available stock levels for better inventory planning.</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Allows users to add new products easily through the interface.</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Ensures a clean and structured layout for effective product monitoring and updates.</a:t>
            </a:r>
          </a:p>
        </p:txBody>
      </p:sp>
      <p:pic>
        <p:nvPicPr>
          <p:cNvPr id="7" name="Picture 6" descr="A screenshot of a product management website&#10;&#10;AI-generated content may be incorrect.">
            <a:extLst>
              <a:ext uri="{FF2B5EF4-FFF2-40B4-BE49-F238E27FC236}">
                <a16:creationId xmlns:a16="http://schemas.microsoft.com/office/drawing/2014/main" id="{A0F03483-558D-C23C-8DD9-A7516799961D}"/>
              </a:ext>
            </a:extLst>
          </p:cNvPr>
          <p:cNvPicPr>
            <a:picLocks noChangeAspect="1"/>
          </p:cNvPicPr>
          <p:nvPr/>
        </p:nvPicPr>
        <p:blipFill>
          <a:blip r:embed="rId2"/>
          <a:stretch>
            <a:fillRect/>
          </a:stretch>
        </p:blipFill>
        <p:spPr>
          <a:xfrm>
            <a:off x="6484776" y="1312296"/>
            <a:ext cx="4763169" cy="488538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00249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6E6A5CC4-43AF-64FE-26DE-807C14F7815D}"/>
              </a:ext>
            </a:extLst>
          </p:cNvPr>
          <p:cNvSpPr/>
          <p:nvPr/>
        </p:nvSpPr>
        <p:spPr>
          <a:xfrm rot="18879220" flipH="1">
            <a:off x="7164801" y="-267452"/>
            <a:ext cx="5879336" cy="4288420"/>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ight Triangle 4">
            <a:extLst>
              <a:ext uri="{FF2B5EF4-FFF2-40B4-BE49-F238E27FC236}">
                <a16:creationId xmlns:a16="http://schemas.microsoft.com/office/drawing/2014/main" id="{E8849797-871A-41C9-CB40-165EF45C8467}"/>
              </a:ext>
            </a:extLst>
          </p:cNvPr>
          <p:cNvSpPr/>
          <p:nvPr/>
        </p:nvSpPr>
        <p:spPr>
          <a:xfrm rot="8167238" flipH="1">
            <a:off x="-1143856" y="2212411"/>
            <a:ext cx="6729509" cy="5002756"/>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1">
            <a:extLst>
              <a:ext uri="{FF2B5EF4-FFF2-40B4-BE49-F238E27FC236}">
                <a16:creationId xmlns:a16="http://schemas.microsoft.com/office/drawing/2014/main" id="{82977C9E-066D-CAA0-15D6-D8FE7FBFB1EF}"/>
              </a:ext>
            </a:extLst>
          </p:cNvPr>
          <p:cNvSpPr>
            <a:spLocks noChangeArrowheads="1"/>
          </p:cNvSpPr>
          <p:nvPr/>
        </p:nvSpPr>
        <p:spPr bwMode="auto">
          <a:xfrm>
            <a:off x="551080" y="1690062"/>
            <a:ext cx="5834174"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Displays all sales records with Sale ID, Product, Quantity, Price, Date, and Customer.</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 structured sales table for easy monitoring and tracking.</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Allows users to add new sales through a simple and clean input form.</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Includes a receipt printing option for each sale entry.</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Helps maintain accurate and organized sales history for business analysis.</a:t>
            </a:r>
          </a:p>
        </p:txBody>
      </p:sp>
      <p:sp>
        <p:nvSpPr>
          <p:cNvPr id="4" name="TextBox 3">
            <a:extLst>
              <a:ext uri="{FF2B5EF4-FFF2-40B4-BE49-F238E27FC236}">
                <a16:creationId xmlns:a16="http://schemas.microsoft.com/office/drawing/2014/main" id="{0E72DEC7-0143-68B6-44EF-CF022E91974D}"/>
              </a:ext>
            </a:extLst>
          </p:cNvPr>
          <p:cNvSpPr txBox="1"/>
          <p:nvPr/>
        </p:nvSpPr>
        <p:spPr>
          <a:xfrm>
            <a:off x="2733869" y="242595"/>
            <a:ext cx="6870792" cy="800219"/>
          </a:xfrm>
          <a:prstGeom prst="rect">
            <a:avLst/>
          </a:prstGeom>
          <a:noFill/>
        </p:spPr>
        <p:txBody>
          <a:bodyPr wrap="none" rtlCol="0">
            <a:spAutoFit/>
          </a:bodyPr>
          <a:lstStyle/>
          <a:p>
            <a:r>
              <a:rPr lang="en-US" sz="4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Sales Management System</a:t>
            </a:r>
          </a:p>
        </p:txBody>
      </p:sp>
      <p:pic>
        <p:nvPicPr>
          <p:cNvPr id="8" name="Picture 7" descr="A screenshot of a login form&#10;&#10;AI-generated content may be incorrect.">
            <a:extLst>
              <a:ext uri="{FF2B5EF4-FFF2-40B4-BE49-F238E27FC236}">
                <a16:creationId xmlns:a16="http://schemas.microsoft.com/office/drawing/2014/main" id="{21EDAA40-CF54-7D24-1DE6-C4F167FF9E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91264" y="1205863"/>
            <a:ext cx="3993503" cy="5250922"/>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562790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A84EF8A0-3B2C-870B-F428-F1B8361CAFD1}"/>
              </a:ext>
            </a:extLst>
          </p:cNvPr>
          <p:cNvSpPr/>
          <p:nvPr/>
        </p:nvSpPr>
        <p:spPr>
          <a:xfrm rot="18879220" flipH="1">
            <a:off x="7164801" y="-267452"/>
            <a:ext cx="5879336" cy="4288420"/>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ight Triangle 2">
            <a:extLst>
              <a:ext uri="{FF2B5EF4-FFF2-40B4-BE49-F238E27FC236}">
                <a16:creationId xmlns:a16="http://schemas.microsoft.com/office/drawing/2014/main" id="{E04A14E9-491B-3ED9-3DB5-609D6BFD0973}"/>
              </a:ext>
            </a:extLst>
          </p:cNvPr>
          <p:cNvSpPr/>
          <p:nvPr/>
        </p:nvSpPr>
        <p:spPr>
          <a:xfrm rot="8167238" flipH="1">
            <a:off x="-1143856" y="2212411"/>
            <a:ext cx="6729509" cy="5002756"/>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42D2EE22-206E-5808-6D87-196D93EF3A36}"/>
              </a:ext>
            </a:extLst>
          </p:cNvPr>
          <p:cNvSpPr txBox="1"/>
          <p:nvPr/>
        </p:nvSpPr>
        <p:spPr>
          <a:xfrm>
            <a:off x="4400058" y="187719"/>
            <a:ext cx="3246402" cy="1569660"/>
          </a:xfrm>
          <a:prstGeom prst="rect">
            <a:avLst/>
          </a:prstGeom>
          <a:noFill/>
        </p:spPr>
        <p:txBody>
          <a:bodyPr wrap="none" rtlCol="0">
            <a:spAutoFit/>
          </a:bodyPr>
          <a:lstStyle/>
          <a:p>
            <a:pPr algn="ctr"/>
            <a:r>
              <a:rPr lang="en-US" sz="48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About Page</a:t>
            </a:r>
          </a:p>
          <a:p>
            <a:pPr algn="ctr"/>
            <a:endParaRPr lang="en-US" sz="4800" dirty="0"/>
          </a:p>
        </p:txBody>
      </p:sp>
      <p:pic>
        <p:nvPicPr>
          <p:cNvPr id="8" name="Picture 7" descr="A website page with images of people and text&#10;&#10;AI-generated content may be incorrect.">
            <a:extLst>
              <a:ext uri="{FF2B5EF4-FFF2-40B4-BE49-F238E27FC236}">
                <a16:creationId xmlns:a16="http://schemas.microsoft.com/office/drawing/2014/main" id="{14C33549-9090-56CF-CF89-42785DD63640}"/>
              </a:ext>
            </a:extLst>
          </p:cNvPr>
          <p:cNvPicPr>
            <a:picLocks noChangeAspect="1"/>
          </p:cNvPicPr>
          <p:nvPr/>
        </p:nvPicPr>
        <p:blipFill>
          <a:blip r:embed="rId2"/>
          <a:stretch>
            <a:fillRect/>
          </a:stretch>
        </p:blipFill>
        <p:spPr>
          <a:xfrm>
            <a:off x="7097485" y="1210955"/>
            <a:ext cx="4534678" cy="5246085"/>
          </a:xfrm>
          <a:prstGeom prst="rect">
            <a:avLst/>
          </a:prstGeom>
          <a:ln>
            <a:noFill/>
          </a:ln>
          <a:effectLst>
            <a:outerShdw blurRad="292100" dist="139700" dir="2700000" algn="tl" rotWithShape="0">
              <a:srgbClr val="333333">
                <a:alpha val="65000"/>
              </a:srgbClr>
            </a:outerShdw>
          </a:effectLst>
        </p:spPr>
      </p:pic>
      <p:sp>
        <p:nvSpPr>
          <p:cNvPr id="9" name="Rectangle 1">
            <a:extLst>
              <a:ext uri="{FF2B5EF4-FFF2-40B4-BE49-F238E27FC236}">
                <a16:creationId xmlns:a16="http://schemas.microsoft.com/office/drawing/2014/main" id="{7612C542-03BA-81E8-BA00-825EAD45DB05}"/>
              </a:ext>
            </a:extLst>
          </p:cNvPr>
          <p:cNvSpPr>
            <a:spLocks noChangeArrowheads="1"/>
          </p:cNvSpPr>
          <p:nvPr/>
        </p:nvSpPr>
        <p:spPr bwMode="auto">
          <a:xfrm>
            <a:off x="559837" y="1210955"/>
            <a:ext cx="5896947"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2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Zstore</a:t>
            </a: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 modern platform for inventory and sales management built for small and medium businesses.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automated workflows, real-time analytics, and smart sales insights in one unified dashboard.</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Helps businesses manage inventory, employees, suppliers, and sales with ease.</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Built by a dedicated team focused on clean UI, smooth UX, and automated tools that simplify operations.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Strong, diverse team consisting of Frontend, Backend, UI/UX, and System Analysis experts working together.</a:t>
            </a:r>
          </a:p>
        </p:txBody>
      </p:sp>
    </p:spTree>
    <p:extLst>
      <p:ext uri="{BB962C8B-B14F-4D97-AF65-F5344CB8AC3E}">
        <p14:creationId xmlns:p14="http://schemas.microsoft.com/office/powerpoint/2010/main" val="75085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ight Triangle 27">
            <a:extLst>
              <a:ext uri="{FF2B5EF4-FFF2-40B4-BE49-F238E27FC236}">
                <a16:creationId xmlns:a16="http://schemas.microsoft.com/office/drawing/2014/main" id="{EB2B030D-B175-B480-1E00-8F244088308B}"/>
              </a:ext>
            </a:extLst>
          </p:cNvPr>
          <p:cNvSpPr/>
          <p:nvPr/>
        </p:nvSpPr>
        <p:spPr>
          <a:xfrm rot="18879220" flipH="1">
            <a:off x="7164801" y="-267452"/>
            <a:ext cx="5879336" cy="4288420"/>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ight Triangle 28">
            <a:extLst>
              <a:ext uri="{FF2B5EF4-FFF2-40B4-BE49-F238E27FC236}">
                <a16:creationId xmlns:a16="http://schemas.microsoft.com/office/drawing/2014/main" id="{B40154E3-6A30-21D7-FACD-543236E532A4}"/>
              </a:ext>
            </a:extLst>
          </p:cNvPr>
          <p:cNvSpPr/>
          <p:nvPr/>
        </p:nvSpPr>
        <p:spPr>
          <a:xfrm rot="8167238" flipH="1">
            <a:off x="-1143856" y="2212411"/>
            <a:ext cx="6729509" cy="5002756"/>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a:xfrm>
            <a:off x="309401" y="399260"/>
            <a:ext cx="11573197" cy="724247"/>
          </a:xfrm>
        </p:spPr>
        <p:txBody>
          <a:bodyPr/>
          <a:lstStyle/>
          <a:p>
            <a:r>
              <a:rPr lang="en-US" sz="52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Challenges &amp; Solutions</a:t>
            </a:r>
          </a:p>
        </p:txBody>
      </p:sp>
      <p:grpSp>
        <p:nvGrpSpPr>
          <p:cNvPr id="3" name="Group 3">
            <a:extLst>
              <a:ext uri="{FF2B5EF4-FFF2-40B4-BE49-F238E27FC236}">
                <a16:creationId xmlns:a16="http://schemas.microsoft.com/office/drawing/2014/main" id="{36EF3EA9-2624-4144-986C-C75BA45BE4D4}"/>
              </a:ext>
            </a:extLst>
          </p:cNvPr>
          <p:cNvGrpSpPr/>
          <p:nvPr/>
        </p:nvGrpSpPr>
        <p:grpSpPr>
          <a:xfrm flipV="1">
            <a:off x="4094452" y="1935212"/>
            <a:ext cx="4003099" cy="3999282"/>
            <a:chOff x="3451676" y="2780928"/>
            <a:chExt cx="2208395" cy="2206289"/>
          </a:xfrm>
        </p:grpSpPr>
        <p:sp>
          <p:nvSpPr>
            <p:cNvPr id="4" name="Up Arrow Callout 4">
              <a:extLst>
                <a:ext uri="{FF2B5EF4-FFF2-40B4-BE49-F238E27FC236}">
                  <a16:creationId xmlns:a16="http://schemas.microsoft.com/office/drawing/2014/main" id="{3EB61907-4778-423A-90F1-66BC3FC6435F}"/>
                </a:ext>
              </a:extLst>
            </p:cNvPr>
            <p:cNvSpPr/>
            <p:nvPr/>
          </p:nvSpPr>
          <p:spPr>
            <a:xfrm rot="5400000">
              <a:off x="4745671" y="3754682"/>
              <a:ext cx="914400" cy="914400"/>
            </a:xfrm>
            <a:prstGeom prst="upArrowCallou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5" name="Up Arrow Callout 5">
              <a:extLst>
                <a:ext uri="{FF2B5EF4-FFF2-40B4-BE49-F238E27FC236}">
                  <a16:creationId xmlns:a16="http://schemas.microsoft.com/office/drawing/2014/main" id="{7BC72E5E-E926-43EF-BF44-63D6ED196C5E}"/>
                </a:ext>
              </a:extLst>
            </p:cNvPr>
            <p:cNvSpPr/>
            <p:nvPr/>
          </p:nvSpPr>
          <p:spPr>
            <a:xfrm rot="10800000">
              <a:off x="3779913" y="4072817"/>
              <a:ext cx="914400" cy="914400"/>
            </a:xfrm>
            <a:prstGeom prst="upArrowCallou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6" name="Up Arrow Callout 6">
              <a:extLst>
                <a:ext uri="{FF2B5EF4-FFF2-40B4-BE49-F238E27FC236}">
                  <a16:creationId xmlns:a16="http://schemas.microsoft.com/office/drawing/2014/main" id="{EB269B02-44E9-42FE-83FD-C737EDB2C20E}"/>
                </a:ext>
              </a:extLst>
            </p:cNvPr>
            <p:cNvSpPr/>
            <p:nvPr/>
          </p:nvSpPr>
          <p:spPr>
            <a:xfrm rot="16200000">
              <a:off x="3451676" y="3102311"/>
              <a:ext cx="914400" cy="914400"/>
            </a:xfrm>
            <a:prstGeom prst="upArrowCallou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Up Arrow Callout 7">
              <a:extLst>
                <a:ext uri="{FF2B5EF4-FFF2-40B4-BE49-F238E27FC236}">
                  <a16:creationId xmlns:a16="http://schemas.microsoft.com/office/drawing/2014/main" id="{AC7ADEF1-B30F-4786-AE73-A9904E51887C}"/>
                </a:ext>
              </a:extLst>
            </p:cNvPr>
            <p:cNvSpPr/>
            <p:nvPr/>
          </p:nvSpPr>
          <p:spPr>
            <a:xfrm>
              <a:off x="4427829" y="2780928"/>
              <a:ext cx="914400" cy="914400"/>
            </a:xfrm>
            <a:prstGeom prst="upArrowCallou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grpSp>
      <p:sp>
        <p:nvSpPr>
          <p:cNvPr id="8" name="Oval 10">
            <a:extLst>
              <a:ext uri="{FF2B5EF4-FFF2-40B4-BE49-F238E27FC236}">
                <a16:creationId xmlns:a16="http://schemas.microsoft.com/office/drawing/2014/main" id="{FD48FB67-BCCA-440A-B173-470CA8599077}"/>
              </a:ext>
            </a:extLst>
          </p:cNvPr>
          <p:cNvSpPr/>
          <p:nvPr/>
        </p:nvSpPr>
        <p:spPr>
          <a:xfrm>
            <a:off x="6174057" y="4529842"/>
            <a:ext cx="345782" cy="409764"/>
          </a:xfrm>
          <a:custGeom>
            <a:avLst/>
            <a:gdLst/>
            <a:ahLst/>
            <a:cxnLst/>
            <a:rect l="l" t="t" r="r" b="b"/>
            <a:pathLst>
              <a:path w="3310915" h="3923570">
                <a:moveTo>
                  <a:pt x="2634572" y="2782060"/>
                </a:moveTo>
                <a:cubicBezTo>
                  <a:pt x="2877724" y="2784696"/>
                  <a:pt x="3073074" y="2923910"/>
                  <a:pt x="3310915" y="3050983"/>
                </a:cubicBezTo>
                <a:lnTo>
                  <a:pt x="3113550" y="3840011"/>
                </a:lnTo>
                <a:lnTo>
                  <a:pt x="2637706" y="3668957"/>
                </a:lnTo>
                <a:cubicBezTo>
                  <a:pt x="2327360" y="3767940"/>
                  <a:pt x="1829375" y="3988492"/>
                  <a:pt x="1579811" y="3905123"/>
                </a:cubicBezTo>
                <a:cubicBezTo>
                  <a:pt x="1320906" y="3775288"/>
                  <a:pt x="642145" y="3366355"/>
                  <a:pt x="472751" y="3203771"/>
                </a:cubicBezTo>
                <a:cubicBezTo>
                  <a:pt x="303357" y="3041187"/>
                  <a:pt x="403652" y="2893777"/>
                  <a:pt x="563448" y="2929619"/>
                </a:cubicBezTo>
                <a:cubicBezTo>
                  <a:pt x="702634" y="2937547"/>
                  <a:pt x="1160012" y="3199482"/>
                  <a:pt x="1284082" y="3253983"/>
                </a:cubicBezTo>
                <a:cubicBezTo>
                  <a:pt x="1127104" y="3587742"/>
                  <a:pt x="1741057" y="3563487"/>
                  <a:pt x="1955231" y="3541261"/>
                </a:cubicBezTo>
                <a:cubicBezTo>
                  <a:pt x="2131253" y="3488686"/>
                  <a:pt x="2214010" y="3505589"/>
                  <a:pt x="2306401" y="3383364"/>
                </a:cubicBezTo>
                <a:cubicBezTo>
                  <a:pt x="2155860" y="3427865"/>
                  <a:pt x="2163213" y="3429679"/>
                  <a:pt x="1912247" y="3471537"/>
                </a:cubicBezTo>
                <a:cubicBezTo>
                  <a:pt x="1482134" y="3531123"/>
                  <a:pt x="1135709" y="3364234"/>
                  <a:pt x="1413085" y="3236383"/>
                </a:cubicBezTo>
                <a:cubicBezTo>
                  <a:pt x="1557848" y="3164554"/>
                  <a:pt x="1721108" y="3222221"/>
                  <a:pt x="1929297" y="3121321"/>
                </a:cubicBezTo>
                <a:cubicBezTo>
                  <a:pt x="2128589" y="3010789"/>
                  <a:pt x="2187815" y="2818332"/>
                  <a:pt x="2527174" y="2789726"/>
                </a:cubicBezTo>
                <a:cubicBezTo>
                  <a:pt x="2564125" y="2784095"/>
                  <a:pt x="2599836" y="2781684"/>
                  <a:pt x="2634572" y="2782060"/>
                </a:cubicBezTo>
                <a:close/>
                <a:moveTo>
                  <a:pt x="2169165" y="2259549"/>
                </a:moveTo>
                <a:cubicBezTo>
                  <a:pt x="2305163" y="2320579"/>
                  <a:pt x="2430502" y="2400997"/>
                  <a:pt x="2542352" y="2496872"/>
                </a:cubicBezTo>
                <a:cubicBezTo>
                  <a:pt x="2303978" y="2744099"/>
                  <a:pt x="1979593" y="2907447"/>
                  <a:pt x="1617206" y="2939204"/>
                </a:cubicBezTo>
                <a:lnTo>
                  <a:pt x="1588575" y="2925411"/>
                </a:lnTo>
                <a:cubicBezTo>
                  <a:pt x="1835671" y="2758142"/>
                  <a:pt x="2037335" y="2529257"/>
                  <a:pt x="2169165" y="2259549"/>
                </a:cubicBezTo>
                <a:close/>
                <a:moveTo>
                  <a:pt x="797309" y="2254509"/>
                </a:moveTo>
                <a:cubicBezTo>
                  <a:pt x="928512" y="2525684"/>
                  <a:pt x="1129977" y="2756161"/>
                  <a:pt x="1376879" y="2925229"/>
                </a:cubicBezTo>
                <a:cubicBezTo>
                  <a:pt x="1367940" y="2931748"/>
                  <a:pt x="1358086" y="2936536"/>
                  <a:pt x="1348086" y="2941055"/>
                </a:cubicBezTo>
                <a:cubicBezTo>
                  <a:pt x="981929" y="2910776"/>
                  <a:pt x="654006" y="2746454"/>
                  <a:pt x="413461" y="2497054"/>
                </a:cubicBezTo>
                <a:cubicBezTo>
                  <a:pt x="528278" y="2398621"/>
                  <a:pt x="657289" y="2316447"/>
                  <a:pt x="797309" y="2254509"/>
                </a:cubicBezTo>
                <a:close/>
                <a:moveTo>
                  <a:pt x="1426305" y="2108791"/>
                </a:moveTo>
                <a:lnTo>
                  <a:pt x="1426305" y="2824067"/>
                </a:lnTo>
                <a:cubicBezTo>
                  <a:pt x="1203050" y="2668305"/>
                  <a:pt x="1020431" y="2458508"/>
                  <a:pt x="899682" y="2212532"/>
                </a:cubicBezTo>
                <a:cubicBezTo>
                  <a:pt x="1063835" y="2148883"/>
                  <a:pt x="1241204" y="2112683"/>
                  <a:pt x="1426305" y="2108791"/>
                </a:cubicBezTo>
                <a:close/>
                <a:moveTo>
                  <a:pt x="1527809" y="2108695"/>
                </a:moveTo>
                <a:cubicBezTo>
                  <a:pt x="1717707" y="2112557"/>
                  <a:pt x="1899494" y="2150291"/>
                  <a:pt x="2067336" y="2216559"/>
                </a:cubicBezTo>
                <a:cubicBezTo>
                  <a:pt x="1943936" y="2466549"/>
                  <a:pt x="1756622" y="2679032"/>
                  <a:pt x="1527809" y="2835300"/>
                </a:cubicBezTo>
                <a:close/>
                <a:moveTo>
                  <a:pt x="2354776" y="1530125"/>
                </a:moveTo>
                <a:lnTo>
                  <a:pt x="2955077" y="1530125"/>
                </a:lnTo>
                <a:cubicBezTo>
                  <a:pt x="2942393" y="1866074"/>
                  <a:pt x="2817414" y="2173186"/>
                  <a:pt x="2615767" y="2414127"/>
                </a:cubicBezTo>
                <a:cubicBezTo>
                  <a:pt x="2496453" y="2311434"/>
                  <a:pt x="2362630" y="2225327"/>
                  <a:pt x="2217376" y="2159975"/>
                </a:cubicBezTo>
                <a:cubicBezTo>
                  <a:pt x="2300477" y="1965771"/>
                  <a:pt x="2348521" y="1753185"/>
                  <a:pt x="2354776" y="1530125"/>
                </a:cubicBezTo>
                <a:close/>
                <a:moveTo>
                  <a:pt x="1527809" y="1530125"/>
                </a:moveTo>
                <a:lnTo>
                  <a:pt x="2244039" y="1530125"/>
                </a:lnTo>
                <a:cubicBezTo>
                  <a:pt x="2237819" y="1737690"/>
                  <a:pt x="2192963" y="1935525"/>
                  <a:pt x="2115825" y="2116496"/>
                </a:cubicBezTo>
                <a:cubicBezTo>
                  <a:pt x="1933189" y="2043464"/>
                  <a:pt x="1735000" y="2001899"/>
                  <a:pt x="1527809" y="1997958"/>
                </a:cubicBezTo>
                <a:close/>
                <a:moveTo>
                  <a:pt x="725097" y="1530125"/>
                </a:moveTo>
                <a:lnTo>
                  <a:pt x="1426305" y="1530125"/>
                </a:lnTo>
                <a:lnTo>
                  <a:pt x="1426305" y="1998054"/>
                </a:lnTo>
                <a:cubicBezTo>
                  <a:pt x="1224105" y="2002029"/>
                  <a:pt x="1030504" y="2041966"/>
                  <a:pt x="851699" y="2112283"/>
                </a:cubicBezTo>
                <a:cubicBezTo>
                  <a:pt x="775482" y="1932518"/>
                  <a:pt x="731260" y="1736112"/>
                  <a:pt x="725097" y="1530125"/>
                </a:cubicBezTo>
                <a:close/>
                <a:moveTo>
                  <a:pt x="934" y="1530125"/>
                </a:moveTo>
                <a:lnTo>
                  <a:pt x="614360" y="1530125"/>
                </a:lnTo>
                <a:cubicBezTo>
                  <a:pt x="620543" y="1751166"/>
                  <a:pt x="667772" y="1961919"/>
                  <a:pt x="749235" y="2154869"/>
                </a:cubicBezTo>
                <a:cubicBezTo>
                  <a:pt x="599936" y="2221117"/>
                  <a:pt x="462426" y="2308980"/>
                  <a:pt x="340129" y="2414234"/>
                </a:cubicBezTo>
                <a:cubicBezTo>
                  <a:pt x="138582" y="2173144"/>
                  <a:pt x="13619" y="1866051"/>
                  <a:pt x="934" y="1530125"/>
                </a:cubicBezTo>
                <a:close/>
                <a:moveTo>
                  <a:pt x="883886" y="768586"/>
                </a:moveTo>
                <a:cubicBezTo>
                  <a:pt x="1053566" y="831753"/>
                  <a:pt x="1236128" y="867407"/>
                  <a:pt x="1426305" y="871035"/>
                </a:cubicBezTo>
                <a:lnTo>
                  <a:pt x="1426305" y="1428622"/>
                </a:lnTo>
                <a:lnTo>
                  <a:pt x="724559" y="1428622"/>
                </a:lnTo>
                <a:cubicBezTo>
                  <a:pt x="730221" y="1192426"/>
                  <a:pt x="785872" y="968634"/>
                  <a:pt x="883886" y="768586"/>
                </a:cubicBezTo>
                <a:close/>
                <a:moveTo>
                  <a:pt x="2083288" y="764501"/>
                </a:moveTo>
                <a:cubicBezTo>
                  <a:pt x="2182501" y="965616"/>
                  <a:pt x="2238869" y="1190833"/>
                  <a:pt x="2244577" y="1428622"/>
                </a:cubicBezTo>
                <a:lnTo>
                  <a:pt x="1527809" y="1428622"/>
                </a:lnTo>
                <a:lnTo>
                  <a:pt x="1527809" y="871130"/>
                </a:lnTo>
                <a:cubicBezTo>
                  <a:pt x="1722835" y="867528"/>
                  <a:pt x="1909881" y="830382"/>
                  <a:pt x="2083288" y="764501"/>
                </a:cubicBezTo>
                <a:close/>
                <a:moveTo>
                  <a:pt x="375750" y="484510"/>
                </a:moveTo>
                <a:cubicBezTo>
                  <a:pt x="497688" y="583858"/>
                  <a:pt x="633678" y="666438"/>
                  <a:pt x="780212" y="729142"/>
                </a:cubicBezTo>
                <a:cubicBezTo>
                  <a:pt x="677519" y="941475"/>
                  <a:pt x="619429" y="1178562"/>
                  <a:pt x="613822" y="1428622"/>
                </a:cubicBezTo>
                <a:lnTo>
                  <a:pt x="0" y="1428622"/>
                </a:lnTo>
                <a:cubicBezTo>
                  <a:pt x="9263" y="1065848"/>
                  <a:pt x="149371" y="735691"/>
                  <a:pt x="375750" y="484510"/>
                </a:cubicBezTo>
                <a:close/>
                <a:moveTo>
                  <a:pt x="2580304" y="484479"/>
                </a:moveTo>
                <a:cubicBezTo>
                  <a:pt x="2806628" y="735651"/>
                  <a:pt x="2946750" y="1065827"/>
                  <a:pt x="2956013" y="1428622"/>
                </a:cubicBezTo>
                <a:lnTo>
                  <a:pt x="2355314" y="1428622"/>
                </a:lnTo>
                <a:cubicBezTo>
                  <a:pt x="2349636" y="1176504"/>
                  <a:pt x="2290630" y="937573"/>
                  <a:pt x="2186241" y="724113"/>
                </a:cubicBezTo>
                <a:cubicBezTo>
                  <a:pt x="2328935" y="662418"/>
                  <a:pt x="2461323" y="581449"/>
                  <a:pt x="2580304" y="484479"/>
                </a:cubicBezTo>
                <a:close/>
                <a:moveTo>
                  <a:pt x="1426305" y="124032"/>
                </a:moveTo>
                <a:lnTo>
                  <a:pt x="1426305" y="760298"/>
                </a:lnTo>
                <a:cubicBezTo>
                  <a:pt x="1253727" y="756791"/>
                  <a:pt x="1087879" y="724966"/>
                  <a:pt x="933247" y="668842"/>
                </a:cubicBezTo>
                <a:cubicBezTo>
                  <a:pt x="1054039" y="451822"/>
                  <a:pt x="1223389" y="265609"/>
                  <a:pt x="1426305" y="124032"/>
                </a:cubicBezTo>
                <a:close/>
                <a:moveTo>
                  <a:pt x="1527809" y="112799"/>
                </a:moveTo>
                <a:cubicBezTo>
                  <a:pt x="1736145" y="255085"/>
                  <a:pt x="1910079" y="443973"/>
                  <a:pt x="2033951" y="664748"/>
                </a:cubicBezTo>
                <a:cubicBezTo>
                  <a:pt x="1875578" y="723616"/>
                  <a:pt x="1705238" y="756901"/>
                  <a:pt x="1527809" y="760394"/>
                </a:cubicBezTo>
                <a:close/>
                <a:moveTo>
                  <a:pt x="1632157" y="1693"/>
                </a:moveTo>
                <a:cubicBezTo>
                  <a:pt x="1969090" y="34839"/>
                  <a:pt x="2272411" y="181752"/>
                  <a:pt x="2502559" y="404493"/>
                </a:cubicBezTo>
                <a:cubicBezTo>
                  <a:pt x="2392455" y="493535"/>
                  <a:pt x="2270018" y="567692"/>
                  <a:pt x="2138287" y="624414"/>
                </a:cubicBezTo>
                <a:cubicBezTo>
                  <a:pt x="2004803" y="382989"/>
                  <a:pt x="1815448" y="176841"/>
                  <a:pt x="1587368" y="23269"/>
                </a:cubicBezTo>
                <a:close/>
                <a:moveTo>
                  <a:pt x="1333466" y="0"/>
                </a:moveTo>
                <a:lnTo>
                  <a:pt x="1376468" y="23177"/>
                </a:lnTo>
                <a:cubicBezTo>
                  <a:pt x="1149236" y="178863"/>
                  <a:pt x="960516" y="386575"/>
                  <a:pt x="827965" y="629347"/>
                </a:cubicBezTo>
                <a:cubicBezTo>
                  <a:pt x="692459" y="571593"/>
                  <a:pt x="566467" y="495851"/>
                  <a:pt x="453430" y="404475"/>
                </a:cubicBezTo>
                <a:cubicBezTo>
                  <a:pt x="685742" y="179438"/>
                  <a:pt x="992667" y="31629"/>
                  <a:pt x="133346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sp>
        <p:nvSpPr>
          <p:cNvPr id="9" name="Isosceles Triangle 22">
            <a:extLst>
              <a:ext uri="{FF2B5EF4-FFF2-40B4-BE49-F238E27FC236}">
                <a16:creationId xmlns:a16="http://schemas.microsoft.com/office/drawing/2014/main" id="{FC22C4A7-A278-41D7-9F1D-EA48CE30C767}"/>
              </a:ext>
            </a:extLst>
          </p:cNvPr>
          <p:cNvSpPr/>
          <p:nvPr/>
        </p:nvSpPr>
        <p:spPr>
          <a:xfrm rot="19800000">
            <a:off x="5021062" y="2787576"/>
            <a:ext cx="433574" cy="433500"/>
          </a:xfrm>
          <a:custGeom>
            <a:avLst/>
            <a:gdLst/>
            <a:ahLst/>
            <a:cxnLst/>
            <a:rect l="l" t="t" r="r" b="b"/>
            <a:pathLst>
              <a:path w="3948369" h="3947711">
                <a:moveTo>
                  <a:pt x="1024184" y="1327019"/>
                </a:moveTo>
                <a:cubicBezTo>
                  <a:pt x="953964" y="1286477"/>
                  <a:pt x="864174" y="1310536"/>
                  <a:pt x="823632" y="1380756"/>
                </a:cubicBezTo>
                <a:cubicBezTo>
                  <a:pt x="783091" y="1450976"/>
                  <a:pt x="807150" y="1540767"/>
                  <a:pt x="877370" y="1581308"/>
                </a:cubicBezTo>
                <a:cubicBezTo>
                  <a:pt x="947590" y="1621850"/>
                  <a:pt x="1037380" y="1597790"/>
                  <a:pt x="1077922" y="1527570"/>
                </a:cubicBezTo>
                <a:cubicBezTo>
                  <a:pt x="1118463" y="1457350"/>
                  <a:pt x="1094404" y="1367560"/>
                  <a:pt x="1024184" y="1327019"/>
                </a:cubicBezTo>
                <a:close/>
                <a:moveTo>
                  <a:pt x="3610643" y="2228121"/>
                </a:moveTo>
                <a:cubicBezTo>
                  <a:pt x="3600833" y="2220477"/>
                  <a:pt x="3589363" y="2214630"/>
                  <a:pt x="3576595" y="2211209"/>
                </a:cubicBezTo>
                <a:cubicBezTo>
                  <a:pt x="3525522" y="2197524"/>
                  <a:pt x="3473024" y="2227833"/>
                  <a:pt x="3459339" y="2278906"/>
                </a:cubicBezTo>
                <a:cubicBezTo>
                  <a:pt x="3445654" y="2329979"/>
                  <a:pt x="3475964" y="2382476"/>
                  <a:pt x="3527037" y="2396161"/>
                </a:cubicBezTo>
                <a:cubicBezTo>
                  <a:pt x="3578110" y="2409846"/>
                  <a:pt x="3630607" y="2379537"/>
                  <a:pt x="3644292" y="2328464"/>
                </a:cubicBezTo>
                <a:cubicBezTo>
                  <a:pt x="3654556" y="2290159"/>
                  <a:pt x="3640073" y="2251053"/>
                  <a:pt x="3610643" y="2228121"/>
                </a:cubicBezTo>
                <a:close/>
                <a:moveTo>
                  <a:pt x="3948369" y="2177025"/>
                </a:moveTo>
                <a:lnTo>
                  <a:pt x="3902391" y="2247588"/>
                </a:lnTo>
                <a:cubicBezTo>
                  <a:pt x="3840166" y="2207044"/>
                  <a:pt x="3769677" y="2184131"/>
                  <a:pt x="3697935" y="2180296"/>
                </a:cubicBezTo>
                <a:cubicBezTo>
                  <a:pt x="3737123" y="2226403"/>
                  <a:pt x="3753617" y="2290363"/>
                  <a:pt x="3736768" y="2353243"/>
                </a:cubicBezTo>
                <a:cubicBezTo>
                  <a:pt x="3709398" y="2455390"/>
                  <a:pt x="3604404" y="2516008"/>
                  <a:pt x="3502258" y="2488638"/>
                </a:cubicBezTo>
                <a:cubicBezTo>
                  <a:pt x="3400111" y="2461268"/>
                  <a:pt x="3339493" y="2356274"/>
                  <a:pt x="3366863" y="2254127"/>
                </a:cubicBezTo>
                <a:cubicBezTo>
                  <a:pt x="3381032" y="2201247"/>
                  <a:pt x="3416004" y="2159497"/>
                  <a:pt x="3460818" y="2135698"/>
                </a:cubicBezTo>
                <a:cubicBezTo>
                  <a:pt x="3436032" y="2129730"/>
                  <a:pt x="3409996" y="2129302"/>
                  <a:pt x="3383900" y="2133133"/>
                </a:cubicBezTo>
                <a:cubicBezTo>
                  <a:pt x="3331988" y="2140756"/>
                  <a:pt x="3285146" y="2164460"/>
                  <a:pt x="3249703" y="2200200"/>
                </a:cubicBezTo>
                <a:cubicBezTo>
                  <a:pt x="3299772" y="2410806"/>
                  <a:pt x="3262997" y="2663063"/>
                  <a:pt x="3111944" y="2983361"/>
                </a:cubicBezTo>
                <a:cubicBezTo>
                  <a:pt x="2900481" y="3337269"/>
                  <a:pt x="2604169" y="3479398"/>
                  <a:pt x="2264290" y="3473876"/>
                </a:cubicBezTo>
                <a:lnTo>
                  <a:pt x="1854414" y="3947711"/>
                </a:lnTo>
                <a:lnTo>
                  <a:pt x="1615515" y="3809782"/>
                </a:lnTo>
                <a:lnTo>
                  <a:pt x="1764774" y="3379707"/>
                </a:lnTo>
                <a:cubicBezTo>
                  <a:pt x="1587770" y="3319643"/>
                  <a:pt x="1405350" y="3232972"/>
                  <a:pt x="1221865" y="3127037"/>
                </a:cubicBezTo>
                <a:cubicBezTo>
                  <a:pt x="1120271" y="3068382"/>
                  <a:pt x="1025311" y="3004264"/>
                  <a:pt x="938291" y="2935309"/>
                </a:cubicBezTo>
                <a:lnTo>
                  <a:pt x="509476" y="3157353"/>
                </a:lnTo>
                <a:lnTo>
                  <a:pt x="247593" y="2999226"/>
                </a:lnTo>
                <a:lnTo>
                  <a:pt x="599626" y="2603610"/>
                </a:lnTo>
                <a:cubicBezTo>
                  <a:pt x="384783" y="2338553"/>
                  <a:pt x="289709" y="2193107"/>
                  <a:pt x="174176" y="1843897"/>
                </a:cubicBezTo>
                <a:lnTo>
                  <a:pt x="0" y="1381252"/>
                </a:lnTo>
                <a:lnTo>
                  <a:pt x="107522" y="1111013"/>
                </a:lnTo>
                <a:cubicBezTo>
                  <a:pt x="159316" y="1021302"/>
                  <a:pt x="259400" y="1099908"/>
                  <a:pt x="349113" y="1151702"/>
                </a:cubicBezTo>
                <a:lnTo>
                  <a:pt x="486246" y="1217020"/>
                </a:lnTo>
                <a:cubicBezTo>
                  <a:pt x="628225" y="1148493"/>
                  <a:pt x="768311" y="1094036"/>
                  <a:pt x="908721" y="1057007"/>
                </a:cubicBezTo>
                <a:cubicBezTo>
                  <a:pt x="1011476" y="947354"/>
                  <a:pt x="1021990" y="857768"/>
                  <a:pt x="976491" y="611195"/>
                </a:cubicBezTo>
                <a:cubicBezTo>
                  <a:pt x="1335325" y="817429"/>
                  <a:pt x="1326102" y="899150"/>
                  <a:pt x="1389221" y="1007976"/>
                </a:cubicBezTo>
                <a:cubicBezTo>
                  <a:pt x="1615807" y="1002289"/>
                  <a:pt x="1836555" y="1044211"/>
                  <a:pt x="2066828" y="1133629"/>
                </a:cubicBezTo>
                <a:cubicBezTo>
                  <a:pt x="2047082" y="1203277"/>
                  <a:pt x="2048342" y="1275855"/>
                  <a:pt x="2067080" y="1343672"/>
                </a:cubicBezTo>
                <a:cubicBezTo>
                  <a:pt x="2009772" y="1325329"/>
                  <a:pt x="1950048" y="1312156"/>
                  <a:pt x="1888409" y="1302802"/>
                </a:cubicBezTo>
                <a:lnTo>
                  <a:pt x="1831983" y="1466454"/>
                </a:lnTo>
                <a:cubicBezTo>
                  <a:pt x="2171713" y="1545279"/>
                  <a:pt x="2334158" y="1639067"/>
                  <a:pt x="2533793" y="1871644"/>
                </a:cubicBezTo>
                <a:lnTo>
                  <a:pt x="2655130" y="1752801"/>
                </a:lnTo>
                <a:cubicBezTo>
                  <a:pt x="2623271" y="1710443"/>
                  <a:pt x="2589631" y="1671169"/>
                  <a:pt x="2553401" y="1635762"/>
                </a:cubicBezTo>
                <a:cubicBezTo>
                  <a:pt x="2626342" y="1620812"/>
                  <a:pt x="2694472" y="1585039"/>
                  <a:pt x="2748239" y="1530606"/>
                </a:cubicBezTo>
                <a:cubicBezTo>
                  <a:pt x="2959801" y="1699876"/>
                  <a:pt x="3152007" y="1908367"/>
                  <a:pt x="3223775" y="2111154"/>
                </a:cubicBezTo>
                <a:cubicBezTo>
                  <a:pt x="3265103" y="2076949"/>
                  <a:pt x="3316077" y="2055387"/>
                  <a:pt x="3371292" y="2047279"/>
                </a:cubicBezTo>
                <a:cubicBezTo>
                  <a:pt x="3454199" y="2035105"/>
                  <a:pt x="3536665" y="2054733"/>
                  <a:pt x="3603728" y="2099347"/>
                </a:cubicBezTo>
                <a:cubicBezTo>
                  <a:pt x="3679156" y="2088543"/>
                  <a:pt x="3756158" y="2095770"/>
                  <a:pt x="3828792" y="2119628"/>
                </a:cubicBezTo>
                <a:cubicBezTo>
                  <a:pt x="3870454" y="2133311"/>
                  <a:pt x="3910678" y="2152466"/>
                  <a:pt x="3948369" y="2177025"/>
                </a:cubicBezTo>
                <a:close/>
                <a:moveTo>
                  <a:pt x="2661401" y="883270"/>
                </a:moveTo>
                <a:cubicBezTo>
                  <a:pt x="2838812" y="985699"/>
                  <a:pt x="2899598" y="1212554"/>
                  <a:pt x="2797170" y="1389966"/>
                </a:cubicBezTo>
                <a:cubicBezTo>
                  <a:pt x="2694741" y="1567377"/>
                  <a:pt x="2467885" y="1628163"/>
                  <a:pt x="2290474" y="1525735"/>
                </a:cubicBezTo>
                <a:cubicBezTo>
                  <a:pt x="2113063" y="1423306"/>
                  <a:pt x="2052277" y="1196450"/>
                  <a:pt x="2154705" y="1019039"/>
                </a:cubicBezTo>
                <a:cubicBezTo>
                  <a:pt x="2257134" y="841627"/>
                  <a:pt x="2483990" y="780842"/>
                  <a:pt x="2661401" y="883270"/>
                </a:cubicBezTo>
                <a:close/>
                <a:moveTo>
                  <a:pt x="2494139" y="49756"/>
                </a:moveTo>
                <a:cubicBezTo>
                  <a:pt x="2671551" y="152184"/>
                  <a:pt x="2732337" y="379040"/>
                  <a:pt x="2629908" y="556451"/>
                </a:cubicBezTo>
                <a:cubicBezTo>
                  <a:pt x="2527480" y="733863"/>
                  <a:pt x="2300624" y="794648"/>
                  <a:pt x="2123212" y="692220"/>
                </a:cubicBezTo>
                <a:cubicBezTo>
                  <a:pt x="1945801" y="589791"/>
                  <a:pt x="1885015" y="362936"/>
                  <a:pt x="1987444" y="185524"/>
                </a:cubicBezTo>
                <a:cubicBezTo>
                  <a:pt x="2089872" y="8113"/>
                  <a:pt x="2316728" y="-52673"/>
                  <a:pt x="2494139" y="4975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sp>
        <p:nvSpPr>
          <p:cNvPr id="10" name="Oval 21">
            <a:extLst>
              <a:ext uri="{FF2B5EF4-FFF2-40B4-BE49-F238E27FC236}">
                <a16:creationId xmlns:a16="http://schemas.microsoft.com/office/drawing/2014/main" id="{CCF9875A-0C31-447A-8C6F-B9403099332A}"/>
              </a:ext>
            </a:extLst>
          </p:cNvPr>
          <p:cNvSpPr/>
          <p:nvPr/>
        </p:nvSpPr>
        <p:spPr>
          <a:xfrm rot="20700000">
            <a:off x="4999986" y="3950748"/>
            <a:ext cx="475728" cy="416942"/>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sp>
        <p:nvSpPr>
          <p:cNvPr id="11" name="Pie 2">
            <a:extLst>
              <a:ext uri="{FF2B5EF4-FFF2-40B4-BE49-F238E27FC236}">
                <a16:creationId xmlns:a16="http://schemas.microsoft.com/office/drawing/2014/main" id="{654119A5-656E-4FC8-8FB8-C55AB16410F7}"/>
              </a:ext>
            </a:extLst>
          </p:cNvPr>
          <p:cNvSpPr/>
          <p:nvPr/>
        </p:nvSpPr>
        <p:spPr>
          <a:xfrm>
            <a:off x="6889320" y="2817764"/>
            <a:ext cx="379478" cy="373123"/>
          </a:xfrm>
          <a:custGeom>
            <a:avLst/>
            <a:gdLst/>
            <a:ahLst/>
            <a:cxnLst/>
            <a:rect l="l" t="t" r="r" b="b"/>
            <a:pathLst>
              <a:path w="3851322" h="3786842">
                <a:moveTo>
                  <a:pt x="3845029" y="1629937"/>
                </a:moveTo>
                <a:lnTo>
                  <a:pt x="3851322" y="1762720"/>
                </a:lnTo>
                <a:lnTo>
                  <a:pt x="3812477" y="1776859"/>
                </a:lnTo>
                <a:lnTo>
                  <a:pt x="3444864" y="1775585"/>
                </a:lnTo>
                <a:close/>
                <a:moveTo>
                  <a:pt x="3791299" y="1322869"/>
                </a:moveTo>
                <a:cubicBezTo>
                  <a:pt x="3804294" y="1363489"/>
                  <a:pt x="3813753" y="1405089"/>
                  <a:pt x="3820726" y="1447230"/>
                </a:cubicBezTo>
                <a:lnTo>
                  <a:pt x="2923542" y="1773779"/>
                </a:lnTo>
                <a:lnTo>
                  <a:pt x="2555935" y="1772505"/>
                </a:lnTo>
                <a:close/>
                <a:moveTo>
                  <a:pt x="3686733" y="1034305"/>
                </a:moveTo>
                <a:cubicBezTo>
                  <a:pt x="3706467" y="1071934"/>
                  <a:pt x="3722972" y="1111031"/>
                  <a:pt x="3736130" y="1151397"/>
                </a:cubicBezTo>
                <a:lnTo>
                  <a:pt x="2052009" y="1764367"/>
                </a:lnTo>
                <a:lnTo>
                  <a:pt x="2052009" y="1629296"/>
                </a:lnTo>
                <a:close/>
                <a:moveTo>
                  <a:pt x="3531650" y="764128"/>
                </a:moveTo>
                <a:cubicBezTo>
                  <a:pt x="3557479" y="799119"/>
                  <a:pt x="3581112" y="835525"/>
                  <a:pt x="3601539" y="873761"/>
                </a:cubicBezTo>
                <a:lnTo>
                  <a:pt x="2052009" y="1437744"/>
                </a:lnTo>
                <a:lnTo>
                  <a:pt x="2052009" y="1302673"/>
                </a:lnTo>
                <a:close/>
                <a:moveTo>
                  <a:pt x="3320179" y="514474"/>
                </a:moveTo>
                <a:lnTo>
                  <a:pt x="3414136" y="615348"/>
                </a:lnTo>
                <a:lnTo>
                  <a:pt x="2052009" y="1111121"/>
                </a:lnTo>
                <a:lnTo>
                  <a:pt x="2052009" y="976050"/>
                </a:lnTo>
                <a:close/>
                <a:moveTo>
                  <a:pt x="3038975" y="290201"/>
                </a:moveTo>
                <a:cubicBezTo>
                  <a:pt x="3082160" y="317774"/>
                  <a:pt x="3124087" y="347421"/>
                  <a:pt x="3164106" y="379728"/>
                </a:cubicBezTo>
                <a:lnTo>
                  <a:pt x="2052009" y="784498"/>
                </a:lnTo>
                <a:lnTo>
                  <a:pt x="2052009" y="649428"/>
                </a:lnTo>
                <a:close/>
                <a:moveTo>
                  <a:pt x="1800000" y="186842"/>
                </a:moveTo>
                <a:lnTo>
                  <a:pt x="1800000" y="1986842"/>
                </a:lnTo>
                <a:lnTo>
                  <a:pt x="3600000" y="1986842"/>
                </a:lnTo>
                <a:cubicBezTo>
                  <a:pt x="3600000" y="2980955"/>
                  <a:pt x="2794113" y="3786842"/>
                  <a:pt x="1800000" y="3786842"/>
                </a:cubicBezTo>
                <a:cubicBezTo>
                  <a:pt x="805887" y="3786842"/>
                  <a:pt x="0" y="2980955"/>
                  <a:pt x="0" y="1986842"/>
                </a:cubicBezTo>
                <a:cubicBezTo>
                  <a:pt x="0" y="992729"/>
                  <a:pt x="805887" y="186842"/>
                  <a:pt x="1800000" y="186842"/>
                </a:cubicBezTo>
                <a:close/>
                <a:moveTo>
                  <a:pt x="2653345" y="103936"/>
                </a:moveTo>
                <a:cubicBezTo>
                  <a:pt x="2713623" y="122781"/>
                  <a:pt x="2772066" y="146664"/>
                  <a:pt x="2828252" y="175345"/>
                </a:cubicBezTo>
                <a:lnTo>
                  <a:pt x="2052009" y="457876"/>
                </a:lnTo>
                <a:lnTo>
                  <a:pt x="2052009" y="322805"/>
                </a:lnTo>
                <a:close/>
                <a:moveTo>
                  <a:pt x="2052009" y="0"/>
                </a:moveTo>
                <a:cubicBezTo>
                  <a:pt x="2150315" y="0"/>
                  <a:pt x="2247800" y="7911"/>
                  <a:pt x="2343281" y="25238"/>
                </a:cubicBezTo>
                <a:lnTo>
                  <a:pt x="2052009" y="13125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bg1"/>
              </a:solidFill>
            </a:endParaRPr>
          </a:p>
        </p:txBody>
      </p:sp>
      <p:sp>
        <p:nvSpPr>
          <p:cNvPr id="12" name="TextBox 11">
            <a:extLst>
              <a:ext uri="{FF2B5EF4-FFF2-40B4-BE49-F238E27FC236}">
                <a16:creationId xmlns:a16="http://schemas.microsoft.com/office/drawing/2014/main" id="{CDC7B05C-AD39-42F2-AF1C-D222E789E987}"/>
              </a:ext>
            </a:extLst>
          </p:cNvPr>
          <p:cNvSpPr txBox="1"/>
          <p:nvPr/>
        </p:nvSpPr>
        <p:spPr>
          <a:xfrm>
            <a:off x="6801149" y="4765631"/>
            <a:ext cx="595780" cy="461665"/>
          </a:xfrm>
          <a:prstGeom prst="rect">
            <a:avLst/>
          </a:prstGeom>
          <a:noFill/>
        </p:spPr>
        <p:txBody>
          <a:bodyPr wrap="square" rtlCol="0">
            <a:spAutoFit/>
          </a:bodyPr>
          <a:lstStyle/>
          <a:p>
            <a:pPr algn="ctr"/>
            <a:r>
              <a:rPr lang="en-US" altLang="ko-KR" sz="2400" b="1" dirty="0">
                <a:solidFill>
                  <a:schemeClr val="bg1"/>
                </a:solidFill>
                <a:cs typeface="Arial" pitchFamily="34" charset="0"/>
              </a:rPr>
              <a:t>02</a:t>
            </a:r>
            <a:endParaRPr lang="ko-KR" altLang="en-US" sz="2400" b="1" dirty="0">
              <a:solidFill>
                <a:schemeClr val="bg1"/>
              </a:solidFill>
              <a:cs typeface="Arial" pitchFamily="34" charset="0"/>
            </a:endParaRPr>
          </a:p>
        </p:txBody>
      </p:sp>
      <p:sp>
        <p:nvSpPr>
          <p:cNvPr id="13" name="TextBox 12">
            <a:extLst>
              <a:ext uri="{FF2B5EF4-FFF2-40B4-BE49-F238E27FC236}">
                <a16:creationId xmlns:a16="http://schemas.microsoft.com/office/drawing/2014/main" id="{DB96FCEA-8EFF-4E0C-9943-565C70807C70}"/>
              </a:ext>
            </a:extLst>
          </p:cNvPr>
          <p:cNvSpPr txBox="1"/>
          <p:nvPr/>
        </p:nvSpPr>
        <p:spPr>
          <a:xfrm>
            <a:off x="6813781" y="3633048"/>
            <a:ext cx="595780" cy="461665"/>
          </a:xfrm>
          <a:prstGeom prst="rect">
            <a:avLst/>
          </a:prstGeom>
          <a:noFill/>
        </p:spPr>
        <p:txBody>
          <a:bodyPr wrap="square" rtlCol="0">
            <a:spAutoFit/>
          </a:bodyPr>
          <a:lstStyle/>
          <a:p>
            <a:pPr algn="ctr"/>
            <a:r>
              <a:rPr lang="en-US" altLang="ko-KR" sz="2400" b="1" dirty="0">
                <a:solidFill>
                  <a:schemeClr val="bg1"/>
                </a:solidFill>
                <a:cs typeface="Arial" pitchFamily="34" charset="0"/>
              </a:rPr>
              <a:t>04</a:t>
            </a:r>
            <a:endParaRPr lang="ko-KR" altLang="en-US" sz="2400" b="1" dirty="0">
              <a:solidFill>
                <a:schemeClr val="bg1"/>
              </a:solidFill>
              <a:cs typeface="Arial" pitchFamily="34" charset="0"/>
            </a:endParaRPr>
          </a:p>
        </p:txBody>
      </p:sp>
      <p:sp>
        <p:nvSpPr>
          <p:cNvPr id="14" name="TextBox 13">
            <a:extLst>
              <a:ext uri="{FF2B5EF4-FFF2-40B4-BE49-F238E27FC236}">
                <a16:creationId xmlns:a16="http://schemas.microsoft.com/office/drawing/2014/main" id="{5163710D-8F1F-47F6-B235-DD86B4F55152}"/>
              </a:ext>
            </a:extLst>
          </p:cNvPr>
          <p:cNvSpPr txBox="1"/>
          <p:nvPr/>
        </p:nvSpPr>
        <p:spPr>
          <a:xfrm>
            <a:off x="5683383" y="3087854"/>
            <a:ext cx="595780" cy="461665"/>
          </a:xfrm>
          <a:prstGeom prst="rect">
            <a:avLst/>
          </a:prstGeom>
          <a:noFill/>
        </p:spPr>
        <p:txBody>
          <a:bodyPr wrap="square" rtlCol="0">
            <a:spAutoFit/>
          </a:bodyPr>
          <a:lstStyle/>
          <a:p>
            <a:pPr algn="ctr"/>
            <a:r>
              <a:rPr lang="en-US" altLang="ko-KR" sz="2400" b="1" dirty="0">
                <a:solidFill>
                  <a:schemeClr val="bg1"/>
                </a:solidFill>
                <a:cs typeface="Arial" pitchFamily="34" charset="0"/>
              </a:rPr>
              <a:t>03</a:t>
            </a:r>
            <a:endParaRPr lang="ko-KR" altLang="en-US" sz="2400" b="1" dirty="0">
              <a:solidFill>
                <a:schemeClr val="bg1"/>
              </a:solidFill>
              <a:cs typeface="Arial" pitchFamily="34" charset="0"/>
            </a:endParaRPr>
          </a:p>
        </p:txBody>
      </p:sp>
      <p:sp>
        <p:nvSpPr>
          <p:cNvPr id="15" name="TextBox 14">
            <a:extLst>
              <a:ext uri="{FF2B5EF4-FFF2-40B4-BE49-F238E27FC236}">
                <a16:creationId xmlns:a16="http://schemas.microsoft.com/office/drawing/2014/main" id="{27FA481C-B2EF-492F-98F3-5CB6E9484832}"/>
              </a:ext>
            </a:extLst>
          </p:cNvPr>
          <p:cNvSpPr txBox="1"/>
          <p:nvPr/>
        </p:nvSpPr>
        <p:spPr>
          <a:xfrm>
            <a:off x="5087603" y="4765631"/>
            <a:ext cx="595780" cy="461665"/>
          </a:xfrm>
          <a:prstGeom prst="rect">
            <a:avLst/>
          </a:prstGeom>
          <a:noFill/>
        </p:spPr>
        <p:txBody>
          <a:bodyPr wrap="square" rtlCol="0">
            <a:spAutoFit/>
          </a:bodyPr>
          <a:lstStyle/>
          <a:p>
            <a:pPr algn="ctr"/>
            <a:r>
              <a:rPr lang="en-US" altLang="ko-KR" sz="2400" b="1" dirty="0">
                <a:solidFill>
                  <a:schemeClr val="bg1"/>
                </a:solidFill>
                <a:cs typeface="Arial" pitchFamily="34" charset="0"/>
              </a:rPr>
              <a:t>01</a:t>
            </a:r>
            <a:endParaRPr lang="ko-KR" altLang="en-US" sz="2400" b="1" dirty="0">
              <a:solidFill>
                <a:schemeClr val="bg1"/>
              </a:solidFill>
              <a:cs typeface="Arial" pitchFamily="34" charset="0"/>
            </a:endParaRPr>
          </a:p>
        </p:txBody>
      </p:sp>
      <p:grpSp>
        <p:nvGrpSpPr>
          <p:cNvPr id="16" name="Group 15">
            <a:extLst>
              <a:ext uri="{FF2B5EF4-FFF2-40B4-BE49-F238E27FC236}">
                <a16:creationId xmlns:a16="http://schemas.microsoft.com/office/drawing/2014/main" id="{A369F32D-D63A-48D0-BD6B-01E615F35DAA}"/>
              </a:ext>
            </a:extLst>
          </p:cNvPr>
          <p:cNvGrpSpPr/>
          <p:nvPr/>
        </p:nvGrpSpPr>
        <p:grpSpPr>
          <a:xfrm>
            <a:off x="851077" y="1591732"/>
            <a:ext cx="4103056" cy="2362397"/>
            <a:chOff x="5590318" y="1269760"/>
            <a:chExt cx="3653419" cy="1680664"/>
          </a:xfrm>
        </p:grpSpPr>
        <p:sp>
          <p:nvSpPr>
            <p:cNvPr id="17" name="TextBox 16">
              <a:extLst>
                <a:ext uri="{FF2B5EF4-FFF2-40B4-BE49-F238E27FC236}">
                  <a16:creationId xmlns:a16="http://schemas.microsoft.com/office/drawing/2014/main" id="{6419DCEB-2EBB-4C03-8762-5983F38E7834}"/>
                </a:ext>
              </a:extLst>
            </p:cNvPr>
            <p:cNvSpPr txBox="1"/>
            <p:nvPr/>
          </p:nvSpPr>
          <p:spPr>
            <a:xfrm>
              <a:off x="5637436" y="1269760"/>
              <a:ext cx="3606301" cy="503607"/>
            </a:xfrm>
            <a:prstGeom prst="rect">
              <a:avLst/>
            </a:prstGeom>
            <a:noFill/>
          </p:spPr>
          <p:txBody>
            <a:bodyPr wrap="square" rtlCol="0">
              <a:spAutoFit/>
            </a:bodyPr>
            <a:lstStyle/>
            <a:p>
              <a:r>
                <a:rPr lang="en-US" altLang="ko-KR" sz="2000" b="1" dirty="0">
                  <a:solidFill>
                    <a:schemeClr val="accent3">
                      <a:lumMod val="75000"/>
                    </a:schemeClr>
                  </a:solidFill>
                  <a:latin typeface="Times New Roman" panose="02020603050405020304" pitchFamily="18" charset="0"/>
                  <a:cs typeface="Times New Roman" panose="02020603050405020304" pitchFamily="18" charset="0"/>
                </a:rPr>
                <a:t>Challenge: Maintaining Consistent UI/UX Across All Pages</a:t>
              </a:r>
              <a:endParaRPr lang="ko-KR" altLang="en-US" sz="2000" b="1" dirty="0">
                <a:solidFill>
                  <a:schemeClr val="accent3">
                    <a:lumMod val="75000"/>
                  </a:schemeClr>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E9FBA2A0-54CA-48C7-8FD7-79E44FF03EBF}"/>
                </a:ext>
              </a:extLst>
            </p:cNvPr>
            <p:cNvSpPr txBox="1"/>
            <p:nvPr/>
          </p:nvSpPr>
          <p:spPr>
            <a:xfrm>
              <a:off x="5590318" y="1702355"/>
              <a:ext cx="2840828" cy="1248069"/>
            </a:xfrm>
            <a:prstGeom prst="rect">
              <a:avLst/>
            </a:prstGeom>
            <a:noFill/>
          </p:spPr>
          <p:txBody>
            <a:bodyPr wrap="square" rtlCol="0">
              <a:spAutoFit/>
            </a:bodyPr>
            <a:lstStyle/>
            <a:p>
              <a:pPr marL="285750"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Implemented a unified stylesheet (styles.css &amp; dashboard.css) to ensure consistent colors, fonts, spacing, and layout across the entire system.</a:t>
              </a:r>
              <a:endParaRPr lang="ko-KR" altLang="en-US"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grpSp>
      <p:grpSp>
        <p:nvGrpSpPr>
          <p:cNvPr id="19" name="Group 18">
            <a:extLst>
              <a:ext uri="{FF2B5EF4-FFF2-40B4-BE49-F238E27FC236}">
                <a16:creationId xmlns:a16="http://schemas.microsoft.com/office/drawing/2014/main" id="{3DA4D9EB-3C64-41B8-8A58-2EEB6F26300B}"/>
              </a:ext>
            </a:extLst>
          </p:cNvPr>
          <p:cNvGrpSpPr/>
          <p:nvPr/>
        </p:nvGrpSpPr>
        <p:grpSpPr>
          <a:xfrm>
            <a:off x="810899" y="4140017"/>
            <a:ext cx="3574702" cy="2167780"/>
            <a:chOff x="5554544" y="975334"/>
            <a:chExt cx="3182965" cy="1542210"/>
          </a:xfrm>
        </p:grpSpPr>
        <p:sp>
          <p:nvSpPr>
            <p:cNvPr id="20" name="TextBox 19">
              <a:extLst>
                <a:ext uri="{FF2B5EF4-FFF2-40B4-BE49-F238E27FC236}">
                  <a16:creationId xmlns:a16="http://schemas.microsoft.com/office/drawing/2014/main" id="{9FA34A0B-92F7-4677-80D4-16785256840E}"/>
                </a:ext>
              </a:extLst>
            </p:cNvPr>
            <p:cNvSpPr txBox="1"/>
            <p:nvPr/>
          </p:nvSpPr>
          <p:spPr>
            <a:xfrm>
              <a:off x="5613879" y="975334"/>
              <a:ext cx="3017182" cy="503607"/>
            </a:xfrm>
            <a:prstGeom prst="rect">
              <a:avLst/>
            </a:prstGeom>
            <a:noFill/>
          </p:spPr>
          <p:txBody>
            <a:bodyPr wrap="square" rtlCol="0">
              <a:spAutoFit/>
            </a:bodyPr>
            <a:lstStyle/>
            <a:p>
              <a:r>
                <a:rPr lang="en-US" altLang="ko-KR" sz="2000" b="1" dirty="0">
                  <a:solidFill>
                    <a:srgbClr val="FFC000"/>
                  </a:solidFill>
                  <a:latin typeface="Times New Roman" panose="02020603050405020304" pitchFamily="18" charset="0"/>
                  <a:cs typeface="Times New Roman" panose="02020603050405020304" pitchFamily="18" charset="0"/>
                </a:rPr>
                <a:t>Challenge: Displaying Large Amounts of Data Clearly</a:t>
              </a:r>
              <a:endParaRPr lang="ko-KR" altLang="en-US" sz="2000" b="1" dirty="0">
                <a:solidFill>
                  <a:srgbClr val="FFC000"/>
                </a:solidFill>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FBCD2DDB-E953-49DB-822F-3FEA53AAE974}"/>
                </a:ext>
              </a:extLst>
            </p:cNvPr>
            <p:cNvSpPr txBox="1"/>
            <p:nvPr/>
          </p:nvSpPr>
          <p:spPr>
            <a:xfrm>
              <a:off x="5554544" y="1466538"/>
              <a:ext cx="3182965" cy="1051006"/>
            </a:xfrm>
            <a:prstGeom prst="rect">
              <a:avLst/>
            </a:prstGeom>
            <a:noFill/>
          </p:spPr>
          <p:txBody>
            <a:bodyPr wrap="square" rtlCol="0">
              <a:spAutoFit/>
            </a:bodyPr>
            <a:lstStyle/>
            <a:p>
              <a:pPr marL="285750"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Created a logical navigation system with clear links, making it easy for users to switch between modules like Products, Sales, and Employees.</a:t>
              </a:r>
              <a:endParaRPr lang="ko-KR" altLang="en-US"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grpSp>
      <p:grpSp>
        <p:nvGrpSpPr>
          <p:cNvPr id="22" name="Group 21">
            <a:extLst>
              <a:ext uri="{FF2B5EF4-FFF2-40B4-BE49-F238E27FC236}">
                <a16:creationId xmlns:a16="http://schemas.microsoft.com/office/drawing/2014/main" id="{181E826B-5F59-4A1F-BAD4-2EFD33DE4418}"/>
              </a:ext>
            </a:extLst>
          </p:cNvPr>
          <p:cNvGrpSpPr/>
          <p:nvPr/>
        </p:nvGrpSpPr>
        <p:grpSpPr>
          <a:xfrm>
            <a:off x="8022903" y="4187800"/>
            <a:ext cx="3519064" cy="2419534"/>
            <a:chOff x="5496212" y="1009330"/>
            <a:chExt cx="3133424" cy="1721316"/>
          </a:xfrm>
        </p:grpSpPr>
        <p:sp>
          <p:nvSpPr>
            <p:cNvPr id="23" name="TextBox 22">
              <a:extLst>
                <a:ext uri="{FF2B5EF4-FFF2-40B4-BE49-F238E27FC236}">
                  <a16:creationId xmlns:a16="http://schemas.microsoft.com/office/drawing/2014/main" id="{500CD0AA-67C5-49BF-975D-51A9FC94B245}"/>
                </a:ext>
              </a:extLst>
            </p:cNvPr>
            <p:cNvSpPr txBox="1"/>
            <p:nvPr/>
          </p:nvSpPr>
          <p:spPr>
            <a:xfrm>
              <a:off x="5496212" y="1009330"/>
              <a:ext cx="3133424" cy="503608"/>
            </a:xfrm>
            <a:prstGeom prst="rect">
              <a:avLst/>
            </a:prstGeom>
            <a:noFill/>
          </p:spPr>
          <p:txBody>
            <a:bodyPr wrap="square" rtlCol="0">
              <a:spAutoFit/>
            </a:bodyPr>
            <a:lstStyle/>
            <a:p>
              <a:r>
                <a:rPr lang="en-US" altLang="ko-KR" sz="2000" b="1" dirty="0">
                  <a:solidFill>
                    <a:srgbClr val="0070C0"/>
                  </a:solidFill>
                  <a:latin typeface="Times New Roman" panose="02020603050405020304" pitchFamily="18" charset="0"/>
                  <a:cs typeface="Times New Roman" panose="02020603050405020304" pitchFamily="18" charset="0"/>
                </a:rPr>
                <a:t>Challenge: Managing Multiple Functional Pages Smoothly</a:t>
              </a:r>
              <a:endParaRPr lang="ko-KR" altLang="en-US" sz="2000" b="1" dirty="0">
                <a:solidFill>
                  <a:srgbClr val="0070C0"/>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BF92312A-5ADC-4E84-84E8-A12793F394B3}"/>
                </a:ext>
              </a:extLst>
            </p:cNvPr>
            <p:cNvSpPr txBox="1"/>
            <p:nvPr/>
          </p:nvSpPr>
          <p:spPr>
            <a:xfrm>
              <a:off x="5496212" y="1482575"/>
              <a:ext cx="2840828" cy="1248071"/>
            </a:xfrm>
            <a:prstGeom prst="rect">
              <a:avLst/>
            </a:prstGeom>
            <a:noFill/>
          </p:spPr>
          <p:txBody>
            <a:bodyPr wrap="square" rtlCol="0">
              <a:spAutoFit/>
            </a:bodyPr>
            <a:lstStyle/>
            <a:p>
              <a:pPr marL="285750"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Created a logical navigation system with clear links, making it easy for users to switch between modules like Products, Sales, and Employees.</a:t>
              </a:r>
              <a:endParaRPr lang="ko-KR" altLang="en-US"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grpSp>
      <p:grpSp>
        <p:nvGrpSpPr>
          <p:cNvPr id="25" name="Group 24">
            <a:extLst>
              <a:ext uri="{FF2B5EF4-FFF2-40B4-BE49-F238E27FC236}">
                <a16:creationId xmlns:a16="http://schemas.microsoft.com/office/drawing/2014/main" id="{EDA6BF53-73F2-46F7-ACEC-6B14C64246B9}"/>
              </a:ext>
            </a:extLst>
          </p:cNvPr>
          <p:cNvGrpSpPr/>
          <p:nvPr/>
        </p:nvGrpSpPr>
        <p:grpSpPr>
          <a:xfrm>
            <a:off x="8097549" y="1591796"/>
            <a:ext cx="3584378" cy="2663367"/>
            <a:chOff x="5562679" y="1269807"/>
            <a:chExt cx="3191581" cy="1894783"/>
          </a:xfrm>
        </p:grpSpPr>
        <p:sp>
          <p:nvSpPr>
            <p:cNvPr id="26" name="TextBox 25">
              <a:extLst>
                <a:ext uri="{FF2B5EF4-FFF2-40B4-BE49-F238E27FC236}">
                  <a16:creationId xmlns:a16="http://schemas.microsoft.com/office/drawing/2014/main" id="{790E9077-844D-4BC2-95A0-6F6D918F654B}"/>
                </a:ext>
              </a:extLst>
            </p:cNvPr>
            <p:cNvSpPr txBox="1"/>
            <p:nvPr/>
          </p:nvSpPr>
          <p:spPr>
            <a:xfrm>
              <a:off x="5562679" y="1269807"/>
              <a:ext cx="3191581" cy="503607"/>
            </a:xfrm>
            <a:prstGeom prst="rect">
              <a:avLst/>
            </a:prstGeom>
            <a:noFill/>
          </p:spPr>
          <p:txBody>
            <a:bodyPr wrap="square" rtlCol="0">
              <a:spAutoFit/>
            </a:bodyPr>
            <a:lstStyle/>
            <a:p>
              <a:r>
                <a:rPr lang="en-US" altLang="ko-KR" sz="2000" b="1" dirty="0">
                  <a:solidFill>
                    <a:schemeClr val="accent2"/>
                  </a:solidFill>
                  <a:latin typeface="Times New Roman" panose="02020603050405020304" pitchFamily="18" charset="0"/>
                  <a:cs typeface="Times New Roman" panose="02020603050405020304" pitchFamily="18" charset="0"/>
                </a:rPr>
                <a:t>Challenge: Ensuring Full Responsiveness Across Devices</a:t>
              </a:r>
              <a:endParaRPr lang="ko-KR" altLang="en-US" sz="2000" b="1" dirty="0">
                <a:solidFill>
                  <a:schemeClr val="accent2"/>
                </a:solidFill>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E7B6D707-C729-4B52-BE07-6EA8A5EB6D89}"/>
                </a:ext>
              </a:extLst>
            </p:cNvPr>
            <p:cNvSpPr txBox="1"/>
            <p:nvPr/>
          </p:nvSpPr>
          <p:spPr>
            <a:xfrm>
              <a:off x="5562679" y="1763248"/>
              <a:ext cx="2840828" cy="1401342"/>
            </a:xfrm>
            <a:prstGeom prst="rect">
              <a:avLst/>
            </a:prstGeom>
            <a:noFill/>
          </p:spPr>
          <p:txBody>
            <a:bodyPr wrap="square" rtlCol="0">
              <a:spAutoFit/>
            </a:bodyPr>
            <a:lstStyle/>
            <a:p>
              <a:pPr marL="285750"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Applied responsive CSS techniques such as Flexbox, grid layouts, and media queries to make the interface adapt smoothly to all screen </a:t>
              </a:r>
              <a:r>
                <a:rPr lang="en-US" sz="1600" dirty="0">
                  <a:latin typeface="Times New Roman" panose="02020603050405020304" pitchFamily="18" charset="0"/>
                  <a:cs typeface="Times New Roman" panose="02020603050405020304" pitchFamily="18" charset="0"/>
                </a:rPr>
                <a:t>Size.</a:t>
              </a:r>
            </a:p>
            <a:p>
              <a:pPr marL="285750" indent="-285750">
                <a:buFont typeface="Wingdings" panose="05000000000000000000" pitchFamily="2" charset="2"/>
                <a:buChar char="ü"/>
              </a:pPr>
              <a:endParaRPr lang="ko-KR" altLang="en-US" sz="1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84736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ight Triangle 12">
            <a:extLst>
              <a:ext uri="{FF2B5EF4-FFF2-40B4-BE49-F238E27FC236}">
                <a16:creationId xmlns:a16="http://schemas.microsoft.com/office/drawing/2014/main" id="{43BCE5B6-E0C3-9E32-F663-544F12317CCF}"/>
              </a:ext>
            </a:extLst>
          </p:cNvPr>
          <p:cNvSpPr/>
          <p:nvPr/>
        </p:nvSpPr>
        <p:spPr>
          <a:xfrm rot="18879220" flipH="1">
            <a:off x="7164801" y="-267452"/>
            <a:ext cx="5879336" cy="4288420"/>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ight Triangle 13">
            <a:extLst>
              <a:ext uri="{FF2B5EF4-FFF2-40B4-BE49-F238E27FC236}">
                <a16:creationId xmlns:a16="http://schemas.microsoft.com/office/drawing/2014/main" id="{0DD66E72-1961-809F-D32A-AFFD3B20FA70}"/>
              </a:ext>
            </a:extLst>
          </p:cNvPr>
          <p:cNvSpPr/>
          <p:nvPr/>
        </p:nvSpPr>
        <p:spPr>
          <a:xfrm rot="8167238" flipH="1">
            <a:off x="-1143856" y="2212411"/>
            <a:ext cx="6729509" cy="5002756"/>
          </a:xfrm>
          <a:prstGeom prst="rtTriangle">
            <a:avLst/>
          </a:prstGeom>
          <a:solidFill>
            <a:schemeClr val="bg1">
              <a:lumMod val="75000"/>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a:xfrm>
            <a:off x="309401" y="233590"/>
            <a:ext cx="11573197" cy="724247"/>
          </a:xfrm>
        </p:spPr>
        <p:txBody>
          <a:bodyPr/>
          <a:lstStyle/>
          <a:p>
            <a:r>
              <a:rPr lang="en-US" sz="50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Future Work </a:t>
            </a:r>
          </a:p>
        </p:txBody>
      </p:sp>
      <p:sp>
        <p:nvSpPr>
          <p:cNvPr id="3" name="Rectangle 17">
            <a:extLst>
              <a:ext uri="{FF2B5EF4-FFF2-40B4-BE49-F238E27FC236}">
                <a16:creationId xmlns:a16="http://schemas.microsoft.com/office/drawing/2014/main" id="{86B117FA-3CBF-4AA4-91F3-406428AABE54}"/>
              </a:ext>
            </a:extLst>
          </p:cNvPr>
          <p:cNvSpPr/>
          <p:nvPr/>
        </p:nvSpPr>
        <p:spPr>
          <a:xfrm>
            <a:off x="6142844" y="4612730"/>
            <a:ext cx="1828800" cy="2011680"/>
          </a:xfrm>
          <a:prstGeom prst="rect">
            <a:avLst/>
          </a:prstGeom>
          <a:solidFill>
            <a:schemeClr val="bg1"/>
          </a:solid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6">
            <a:extLst>
              <a:ext uri="{FF2B5EF4-FFF2-40B4-BE49-F238E27FC236}">
                <a16:creationId xmlns:a16="http://schemas.microsoft.com/office/drawing/2014/main" id="{A70F3D9C-1736-4B9B-8396-3022DACC47BB}"/>
              </a:ext>
            </a:extLst>
          </p:cNvPr>
          <p:cNvSpPr/>
          <p:nvPr/>
        </p:nvSpPr>
        <p:spPr>
          <a:xfrm>
            <a:off x="4318615" y="4046705"/>
            <a:ext cx="1828800" cy="2417893"/>
          </a:xfrm>
          <a:prstGeom prst="rect">
            <a:avLst/>
          </a:prstGeom>
          <a:solidFill>
            <a:schemeClr val="bg1"/>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5">
            <a:extLst>
              <a:ext uri="{FF2B5EF4-FFF2-40B4-BE49-F238E27FC236}">
                <a16:creationId xmlns:a16="http://schemas.microsoft.com/office/drawing/2014/main" id="{85EFE2B8-0A8D-45DD-85BB-D818982CEF29}"/>
              </a:ext>
            </a:extLst>
          </p:cNvPr>
          <p:cNvSpPr/>
          <p:nvPr/>
        </p:nvSpPr>
        <p:spPr>
          <a:xfrm>
            <a:off x="2586443" y="3489765"/>
            <a:ext cx="1736743" cy="2624187"/>
          </a:xfrm>
          <a:prstGeom prst="rect">
            <a:avLst/>
          </a:prstGeom>
          <a:solidFill>
            <a:schemeClr val="bg1"/>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4">
            <a:extLst>
              <a:ext uri="{FF2B5EF4-FFF2-40B4-BE49-F238E27FC236}">
                <a16:creationId xmlns:a16="http://schemas.microsoft.com/office/drawing/2014/main" id="{D027A67B-88B2-4B79-B406-638626D3A74A}"/>
              </a:ext>
            </a:extLst>
          </p:cNvPr>
          <p:cNvSpPr/>
          <p:nvPr/>
        </p:nvSpPr>
        <p:spPr>
          <a:xfrm>
            <a:off x="776346" y="2796176"/>
            <a:ext cx="1828800" cy="2180164"/>
          </a:xfrm>
          <a:prstGeom prst="rect">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6841B9FF-2E92-4E2A-9005-C0642953A1AE}"/>
              </a:ext>
            </a:extLst>
          </p:cNvPr>
          <p:cNvSpPr/>
          <p:nvPr/>
        </p:nvSpPr>
        <p:spPr>
          <a:xfrm>
            <a:off x="757404" y="1844459"/>
            <a:ext cx="5138057" cy="1352041"/>
          </a:xfrm>
          <a:prstGeom prst="rightArrow">
            <a:avLst>
              <a:gd name="adj1" fmla="val 51572"/>
              <a:gd name="adj2" fmla="val 4984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latin typeface="Times New Roman" panose="02020603050405020304" pitchFamily="18" charset="0"/>
                <a:cs typeface="Times New Roman" panose="02020603050405020304" pitchFamily="18" charset="0"/>
              </a:rPr>
              <a:t>Backend Integration</a:t>
            </a:r>
          </a:p>
        </p:txBody>
      </p:sp>
      <p:sp>
        <p:nvSpPr>
          <p:cNvPr id="8" name="Arrow: Right 7">
            <a:extLst>
              <a:ext uri="{FF2B5EF4-FFF2-40B4-BE49-F238E27FC236}">
                <a16:creationId xmlns:a16="http://schemas.microsoft.com/office/drawing/2014/main" id="{86E04854-0310-4BED-8AE7-93ECAFEC0364}"/>
              </a:ext>
            </a:extLst>
          </p:cNvPr>
          <p:cNvSpPr/>
          <p:nvPr/>
        </p:nvSpPr>
        <p:spPr>
          <a:xfrm>
            <a:off x="2589274" y="2485722"/>
            <a:ext cx="4450981" cy="1352041"/>
          </a:xfrm>
          <a:prstGeom prst="rightArrow">
            <a:avLst>
              <a:gd name="adj1" fmla="val 51572"/>
              <a:gd name="adj2" fmla="val 4984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latin typeface="Times New Roman" panose="02020603050405020304" pitchFamily="18" charset="0"/>
                <a:cs typeface="Times New Roman" panose="02020603050405020304" pitchFamily="18" charset="0"/>
              </a:rPr>
              <a:t>Automated Reports</a:t>
            </a:r>
          </a:p>
        </p:txBody>
      </p:sp>
      <p:sp>
        <p:nvSpPr>
          <p:cNvPr id="9" name="Arrow: Right 8">
            <a:extLst>
              <a:ext uri="{FF2B5EF4-FFF2-40B4-BE49-F238E27FC236}">
                <a16:creationId xmlns:a16="http://schemas.microsoft.com/office/drawing/2014/main" id="{A6F053BE-40CB-49CF-B81D-1469D19ED198}"/>
              </a:ext>
            </a:extLst>
          </p:cNvPr>
          <p:cNvSpPr/>
          <p:nvPr/>
        </p:nvSpPr>
        <p:spPr>
          <a:xfrm>
            <a:off x="4292091" y="3089782"/>
            <a:ext cx="4181227" cy="1352041"/>
          </a:xfrm>
          <a:prstGeom prst="rightArrow">
            <a:avLst>
              <a:gd name="adj1" fmla="val 51572"/>
              <a:gd name="adj2" fmla="val 49841"/>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latin typeface="Times New Roman" panose="02020603050405020304" pitchFamily="18" charset="0"/>
                <a:cs typeface="Times New Roman" panose="02020603050405020304" pitchFamily="18" charset="0"/>
              </a:rPr>
              <a:t>Real-Time Updates</a:t>
            </a:r>
            <a:endParaRPr lang="en-US" sz="2400" dirty="0"/>
          </a:p>
        </p:txBody>
      </p:sp>
      <p:sp>
        <p:nvSpPr>
          <p:cNvPr id="10" name="Arrow: Right 9">
            <a:extLst>
              <a:ext uri="{FF2B5EF4-FFF2-40B4-BE49-F238E27FC236}">
                <a16:creationId xmlns:a16="http://schemas.microsoft.com/office/drawing/2014/main" id="{E98431EF-011A-43EB-8FAB-1443390B03A4}"/>
              </a:ext>
            </a:extLst>
          </p:cNvPr>
          <p:cNvSpPr/>
          <p:nvPr/>
        </p:nvSpPr>
        <p:spPr>
          <a:xfrm>
            <a:off x="6142844" y="3703286"/>
            <a:ext cx="3529099" cy="1352041"/>
          </a:xfrm>
          <a:prstGeom prst="rightArrow">
            <a:avLst>
              <a:gd name="adj1" fmla="val 51572"/>
              <a:gd name="adj2" fmla="val 49841"/>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latin typeface="Times New Roman" panose="02020603050405020304" pitchFamily="18" charset="0"/>
                <a:cs typeface="Times New Roman" panose="02020603050405020304" pitchFamily="18" charset="0"/>
              </a:rPr>
              <a:t>Cloud Deployment</a:t>
            </a:r>
            <a:endParaRPr lang="en-US" sz="2400"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56C3D31F-CC8F-46A0-ADC2-EF70F07ACA46}"/>
              </a:ext>
            </a:extLst>
          </p:cNvPr>
          <p:cNvSpPr txBox="1"/>
          <p:nvPr/>
        </p:nvSpPr>
        <p:spPr>
          <a:xfrm>
            <a:off x="708522" y="2941038"/>
            <a:ext cx="1923972" cy="1938992"/>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Connect database and API to store real sales, inventory, and customer information.</a:t>
            </a:r>
            <a:endParaRPr lang="ko-KR" alt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F70672D6-5548-48C7-A3A2-CD29906C5A23}"/>
              </a:ext>
            </a:extLst>
          </p:cNvPr>
          <p:cNvSpPr txBox="1"/>
          <p:nvPr/>
        </p:nvSpPr>
        <p:spPr>
          <a:xfrm>
            <a:off x="2662207" y="3489765"/>
            <a:ext cx="1629883" cy="2246769"/>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Generate monthly sales summaries, inventory alerts, and performance analytics.</a:t>
            </a:r>
            <a:endParaRPr lang="ko-KR" alt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2CB4D82A-5CE3-48A0-AA50-E573DD270E69}"/>
              </a:ext>
            </a:extLst>
          </p:cNvPr>
          <p:cNvSpPr txBox="1"/>
          <p:nvPr/>
        </p:nvSpPr>
        <p:spPr>
          <a:xfrm>
            <a:off x="4277235" y="4132268"/>
            <a:ext cx="1730010" cy="2246769"/>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Enable dynamic data changes without page reloads using JavaScript or frameworks.</a:t>
            </a:r>
            <a:endParaRPr lang="ko-KR" alt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93909262-1B2B-4213-B105-B01BAD12DABF}"/>
              </a:ext>
            </a:extLst>
          </p:cNvPr>
          <p:cNvSpPr txBox="1"/>
          <p:nvPr/>
        </p:nvSpPr>
        <p:spPr>
          <a:xfrm>
            <a:off x="6142844" y="4747821"/>
            <a:ext cx="1771738" cy="1631216"/>
          </a:xfrm>
          <a:prstGeom prst="rect">
            <a:avLst/>
          </a:prstGeom>
          <a:noFill/>
        </p:spPr>
        <p:txBody>
          <a:bodyPr wrap="square" rtlCol="0">
            <a:spAutoFit/>
          </a:bodyPr>
          <a:lstStyle/>
          <a:p>
            <a:pPr algn="ctr"/>
            <a:r>
              <a:rPr lang="en-US" sz="1200" dirty="0"/>
              <a:t> </a:t>
            </a:r>
            <a:r>
              <a:rPr lang="en-US" sz="2000" dirty="0">
                <a:latin typeface="Times New Roman" panose="02020603050405020304" pitchFamily="18" charset="0"/>
                <a:cs typeface="Times New Roman" panose="02020603050405020304" pitchFamily="18" charset="0"/>
              </a:rPr>
              <a:t>Host the full system online for remote use and improved scalability.</a:t>
            </a:r>
            <a:endParaRPr lang="ko-KR" alt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23F80DC8-6354-9FC1-7C4F-CFA2A84EF74E}"/>
              </a:ext>
            </a:extLst>
          </p:cNvPr>
          <p:cNvSpPr txBox="1"/>
          <p:nvPr/>
        </p:nvSpPr>
        <p:spPr>
          <a:xfrm>
            <a:off x="557597" y="958332"/>
            <a:ext cx="11121259" cy="1015663"/>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current system establishes a complete and visually consistent frontend for managing products, sales, employees, and suppliers. However, to transform it into a fully functional business management platform, several enhancements and integrations will be implemented in the future.</a:t>
            </a:r>
          </a:p>
        </p:txBody>
      </p:sp>
    </p:spTree>
    <p:extLst>
      <p:ext uri="{BB962C8B-B14F-4D97-AF65-F5344CB8AC3E}">
        <p14:creationId xmlns:p14="http://schemas.microsoft.com/office/powerpoint/2010/main" val="624695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3A737F-8BCC-4A35-8171-39775EA6120F}"/>
              </a:ext>
            </a:extLst>
          </p:cNvPr>
          <p:cNvSpPr txBox="1"/>
          <p:nvPr/>
        </p:nvSpPr>
        <p:spPr>
          <a:xfrm>
            <a:off x="4410282" y="447988"/>
            <a:ext cx="3371436" cy="892552"/>
          </a:xfrm>
          <a:prstGeom prst="rect">
            <a:avLst/>
          </a:prstGeom>
          <a:noFill/>
        </p:spPr>
        <p:txBody>
          <a:bodyPr wrap="none" rtlCol="0">
            <a:spAutoFit/>
          </a:bodyPr>
          <a:lstStyle/>
          <a:p>
            <a:pPr algn="ctr"/>
            <a:r>
              <a:rPr lang="en-US" sz="52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Conclusion</a:t>
            </a:r>
          </a:p>
        </p:txBody>
      </p:sp>
      <p:sp>
        <p:nvSpPr>
          <p:cNvPr id="4" name="TextBox 3">
            <a:extLst>
              <a:ext uri="{FF2B5EF4-FFF2-40B4-BE49-F238E27FC236}">
                <a16:creationId xmlns:a16="http://schemas.microsoft.com/office/drawing/2014/main" id="{69E03795-5CBA-E44F-EE63-8438DC15987F}"/>
              </a:ext>
            </a:extLst>
          </p:cNvPr>
          <p:cNvSpPr txBox="1"/>
          <p:nvPr/>
        </p:nvSpPr>
        <p:spPr>
          <a:xfrm>
            <a:off x="595662" y="1597729"/>
            <a:ext cx="11000676" cy="3662541"/>
          </a:xfrm>
          <a:prstGeom prst="rect">
            <a:avLst/>
          </a:prstGeom>
          <a:noFill/>
        </p:spPr>
        <p:txBody>
          <a:bodyPr wrap="square" rtlCol="0">
            <a:spAutoFit/>
          </a:bodyPr>
          <a:lstStyle/>
          <a:p>
            <a:pPr algn="just"/>
            <a:r>
              <a:rPr lang="en-US" sz="2200" dirty="0">
                <a:latin typeface="Times New Roman" panose="02020603050405020304" pitchFamily="18" charset="0"/>
                <a:cs typeface="Times New Roman" panose="02020603050405020304" pitchFamily="18" charset="0"/>
              </a:rPr>
              <a:t>This frontend project successfully delivers a clean, organized, and user-friendly interface for managing inventory, products, sales, suppliers, and employees. It demonstrates strong design principles, modular pages, and a responsive layout suitable for real business operations. With future backend integration, the system has the potential to become a complete and powerful management solution for small and medium businesses.</a:t>
            </a:r>
          </a:p>
          <a:p>
            <a:pPr algn="just"/>
            <a:endParaRPr lang="en-US" sz="2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Clean and intuitive interface achieved</a:t>
            </a:r>
          </a:p>
          <a:p>
            <a:pPr marL="457200" indent="-457200">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Covers all essential business modules</a:t>
            </a:r>
          </a:p>
          <a:p>
            <a:pPr marL="457200" indent="-457200">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Responsive and well-structured design</a:t>
            </a:r>
          </a:p>
          <a:p>
            <a:pPr algn="just"/>
            <a:endParaRPr lang="en-US" sz="22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5708B9C-83B0-FB88-49D2-DE21B3840EB7}"/>
              </a:ext>
            </a:extLst>
          </p:cNvPr>
          <p:cNvSpPr txBox="1"/>
          <p:nvPr/>
        </p:nvSpPr>
        <p:spPr>
          <a:xfrm>
            <a:off x="595662" y="5260270"/>
            <a:ext cx="6653103"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Host Link - </a:t>
            </a:r>
            <a:r>
              <a:rPr lang="en-US" sz="2000" dirty="0">
                <a:solidFill>
                  <a:schemeClr val="accent6">
                    <a:lumMod val="50000"/>
                  </a:schemeClr>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https://nazibur74.github.io/Web-Project-Frontend-/</a:t>
            </a:r>
            <a:endParaRPr lang="en-US" sz="2000" dirty="0">
              <a:solidFill>
                <a:schemeClr val="accent6">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9153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F82B5E68-B867-49B7-954C-B16CDE565418}"/>
              </a:ext>
            </a:extLst>
          </p:cNvPr>
          <p:cNvSpPr/>
          <p:nvPr/>
        </p:nvSpPr>
        <p:spPr>
          <a:xfrm>
            <a:off x="0" y="4733925"/>
            <a:ext cx="12191853" cy="1800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직사각형 7">
            <a:extLst>
              <a:ext uri="{FF2B5EF4-FFF2-40B4-BE49-F238E27FC236}">
                <a16:creationId xmlns:a16="http://schemas.microsoft.com/office/drawing/2014/main" id="{C5A44FA2-6F5E-4346-A17E-AE03B623BBCB}"/>
              </a:ext>
            </a:extLst>
          </p:cNvPr>
          <p:cNvSpPr/>
          <p:nvPr/>
        </p:nvSpPr>
        <p:spPr>
          <a:xfrm>
            <a:off x="0" y="4823925"/>
            <a:ext cx="12191853" cy="1620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31140085-551B-4543-9263-F520713C85BD}"/>
              </a:ext>
            </a:extLst>
          </p:cNvPr>
          <p:cNvSpPr/>
          <p:nvPr/>
        </p:nvSpPr>
        <p:spPr>
          <a:xfrm>
            <a:off x="0" y="4913925"/>
            <a:ext cx="12191853" cy="1440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719D07AB-9188-4D32-A0A5-C1D5B61381B6}"/>
              </a:ext>
            </a:extLst>
          </p:cNvPr>
          <p:cNvSpPr/>
          <p:nvPr/>
        </p:nvSpPr>
        <p:spPr>
          <a:xfrm>
            <a:off x="0" y="4913925"/>
            <a:ext cx="12191853" cy="1440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grpSp>
        <p:nvGrpSpPr>
          <p:cNvPr id="11" name="Group 5">
            <a:extLst>
              <a:ext uri="{FF2B5EF4-FFF2-40B4-BE49-F238E27FC236}">
                <a16:creationId xmlns:a16="http://schemas.microsoft.com/office/drawing/2014/main" id="{274F9FD9-35BB-4518-9F1F-B295FD904E9F}"/>
              </a:ext>
            </a:extLst>
          </p:cNvPr>
          <p:cNvGrpSpPr/>
          <p:nvPr/>
        </p:nvGrpSpPr>
        <p:grpSpPr>
          <a:xfrm>
            <a:off x="1" y="4945903"/>
            <a:ext cx="12191999" cy="1302986"/>
            <a:chOff x="6665543" y="2657269"/>
            <a:chExt cx="2747269" cy="1302986"/>
          </a:xfrm>
        </p:grpSpPr>
        <p:sp>
          <p:nvSpPr>
            <p:cNvPr id="12" name="TextBox 11">
              <a:extLst>
                <a:ext uri="{FF2B5EF4-FFF2-40B4-BE49-F238E27FC236}">
                  <a16:creationId xmlns:a16="http://schemas.microsoft.com/office/drawing/2014/main" id="{67628A33-9F6B-4002-A187-4C8902051B80}"/>
                </a:ext>
              </a:extLst>
            </p:cNvPr>
            <p:cNvSpPr txBox="1"/>
            <p:nvPr/>
          </p:nvSpPr>
          <p:spPr>
            <a:xfrm>
              <a:off x="6665543" y="2657269"/>
              <a:ext cx="2747269" cy="1015663"/>
            </a:xfrm>
            <a:prstGeom prst="rect">
              <a:avLst/>
            </a:prstGeom>
            <a:noFill/>
          </p:spPr>
          <p:txBody>
            <a:bodyPr wrap="square" rtlCol="0" anchor="ctr">
              <a:spAutoFit/>
            </a:bodyPr>
            <a:lstStyle/>
            <a:p>
              <a:pPr algn="ctr"/>
              <a:r>
                <a:rPr lang="en-US" altLang="ko-KR" sz="6000" dirty="0">
                  <a:solidFill>
                    <a:schemeClr val="tx1">
                      <a:lumMod val="75000"/>
                      <a:lumOff val="25000"/>
                    </a:schemeClr>
                  </a:solidFill>
                  <a:cs typeface="Arial" pitchFamily="34" charset="0"/>
                </a:rPr>
                <a:t>THANK YOU</a:t>
              </a:r>
              <a:endParaRPr lang="ko-KR" altLang="en-US" sz="6000" dirty="0">
                <a:solidFill>
                  <a:schemeClr val="tx1">
                    <a:lumMod val="75000"/>
                    <a:lumOff val="25000"/>
                  </a:schemeClr>
                </a:solidFill>
                <a:cs typeface="Arial" pitchFamily="34" charset="0"/>
              </a:endParaRPr>
            </a:p>
          </p:txBody>
        </p:sp>
        <p:sp>
          <p:nvSpPr>
            <p:cNvPr id="13" name="TextBox 12">
              <a:extLst>
                <a:ext uri="{FF2B5EF4-FFF2-40B4-BE49-F238E27FC236}">
                  <a16:creationId xmlns:a16="http://schemas.microsoft.com/office/drawing/2014/main" id="{15CE5773-1773-4ECA-94C1-7451BA41C6A4}"/>
                </a:ext>
              </a:extLst>
            </p:cNvPr>
            <p:cNvSpPr txBox="1"/>
            <p:nvPr/>
          </p:nvSpPr>
          <p:spPr>
            <a:xfrm>
              <a:off x="6665543" y="3580599"/>
              <a:ext cx="2747236" cy="379656"/>
            </a:xfrm>
            <a:prstGeom prst="rect">
              <a:avLst/>
            </a:prstGeom>
            <a:noFill/>
          </p:spPr>
          <p:txBody>
            <a:bodyPr wrap="square" rtlCol="0" anchor="ctr">
              <a:spAutoFit/>
            </a:bodyPr>
            <a:lstStyle/>
            <a:p>
              <a:pPr algn="ctr"/>
              <a:endParaRPr lang="ko-KR" altLang="en-US" sz="1867" dirty="0">
                <a:solidFill>
                  <a:schemeClr val="tx1">
                    <a:lumMod val="75000"/>
                    <a:lumOff val="25000"/>
                  </a:schemeClr>
                </a:solidFill>
                <a:cs typeface="Arial" pitchFamily="34" charset="0"/>
              </a:endParaRPr>
            </a:p>
          </p:txBody>
        </p:sp>
      </p:grpSp>
      <p:pic>
        <p:nvPicPr>
          <p:cNvPr id="3" name="Picture 2" descr="A person typing on a computer&#10;&#10;AI-generated content may be incorrect.">
            <a:extLst>
              <a:ext uri="{FF2B5EF4-FFF2-40B4-BE49-F238E27FC236}">
                <a16:creationId xmlns:a16="http://schemas.microsoft.com/office/drawing/2014/main" id="{8DEADE4E-B12B-5AB3-FEC6-1C274F26DC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21656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over and End Slide Master">
  <a:themeElements>
    <a:clrScheme name="ALLPPT-112">
      <a:dk1>
        <a:sysClr val="windowText" lastClr="000000"/>
      </a:dk1>
      <a:lt1>
        <a:sysClr val="window" lastClr="FFFFFF"/>
      </a:lt1>
      <a:dk2>
        <a:srgbClr val="1F497D"/>
      </a:dk2>
      <a:lt2>
        <a:srgbClr val="EEECE1"/>
      </a:lt2>
      <a:accent1>
        <a:srgbClr val="17B6FF"/>
      </a:accent1>
      <a:accent2>
        <a:srgbClr val="7CE200"/>
      </a:accent2>
      <a:accent3>
        <a:srgbClr val="FD9034"/>
      </a:accent3>
      <a:accent4>
        <a:srgbClr val="FFD434"/>
      </a:accent4>
      <a:accent5>
        <a:srgbClr val="DC00C8"/>
      </a:accent5>
      <a:accent6>
        <a:srgbClr val="FF0000"/>
      </a:accent6>
      <a:hlink>
        <a:srgbClr val="FFFFFF"/>
      </a:hlink>
      <a:folHlink>
        <a:srgbClr val="800080"/>
      </a:folHlink>
    </a:clrScheme>
    <a:fontScheme name="ALLPPT PONTS">
      <a:majorFont>
        <a:latin typeface="Arial"/>
        <a:ea typeface="Malgun Gothic"/>
        <a:cs typeface=""/>
      </a:majorFont>
      <a:minorFont>
        <a:latin typeface="Arial"/>
        <a:ea typeface="맑은 고딕"/>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112">
      <a:dk1>
        <a:sysClr val="windowText" lastClr="000000"/>
      </a:dk1>
      <a:lt1>
        <a:sysClr val="window" lastClr="FFFFFF"/>
      </a:lt1>
      <a:dk2>
        <a:srgbClr val="1F497D"/>
      </a:dk2>
      <a:lt2>
        <a:srgbClr val="EEECE1"/>
      </a:lt2>
      <a:accent1>
        <a:srgbClr val="17B6FF"/>
      </a:accent1>
      <a:accent2>
        <a:srgbClr val="7CE200"/>
      </a:accent2>
      <a:accent3>
        <a:srgbClr val="FD9034"/>
      </a:accent3>
      <a:accent4>
        <a:srgbClr val="FFD434"/>
      </a:accent4>
      <a:accent5>
        <a:srgbClr val="DC00C8"/>
      </a:accent5>
      <a:accent6>
        <a:srgbClr val="FF0000"/>
      </a:accent6>
      <a:hlink>
        <a:srgbClr val="FFFF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112">
      <a:dk1>
        <a:sysClr val="windowText" lastClr="000000"/>
      </a:dk1>
      <a:lt1>
        <a:sysClr val="window" lastClr="FFFFFF"/>
      </a:lt1>
      <a:dk2>
        <a:srgbClr val="1F497D"/>
      </a:dk2>
      <a:lt2>
        <a:srgbClr val="EEECE1"/>
      </a:lt2>
      <a:accent1>
        <a:srgbClr val="17B6FF"/>
      </a:accent1>
      <a:accent2>
        <a:srgbClr val="7CE200"/>
      </a:accent2>
      <a:accent3>
        <a:srgbClr val="FD9034"/>
      </a:accent3>
      <a:accent4>
        <a:srgbClr val="FFD434"/>
      </a:accent4>
      <a:accent5>
        <a:srgbClr val="DC00C8"/>
      </a:accent5>
      <a:accent6>
        <a:srgbClr val="FF0000"/>
      </a:accent6>
      <a:hlink>
        <a:srgbClr val="FFFF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9512</TotalTime>
  <Words>1130</Words>
  <Application>Microsoft Office PowerPoint</Application>
  <PresentationFormat>Widescreen</PresentationFormat>
  <Paragraphs>140</Paragraphs>
  <Slides>19</Slides>
  <Notes>0</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19</vt:i4>
      </vt:variant>
    </vt:vector>
  </HeadingPairs>
  <TitlesOfParts>
    <vt:vector size="26" baseType="lpstr">
      <vt:lpstr>Arial</vt:lpstr>
      <vt:lpstr>Calibri</vt:lpstr>
      <vt:lpstr>Times New Roman</vt:lpstr>
      <vt:lpstr>Wingdings</vt:lpstr>
      <vt:lpstr>Cover and End Slide Master</vt:lpstr>
      <vt:lpstr>Contents Slide Master</vt:lpstr>
      <vt:lpstr>Section Break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Nazibur Rahman</cp:lastModifiedBy>
  <cp:revision>98</cp:revision>
  <dcterms:created xsi:type="dcterms:W3CDTF">2020-01-20T05:08:25Z</dcterms:created>
  <dcterms:modified xsi:type="dcterms:W3CDTF">2025-12-09T05:44:08Z</dcterms:modified>
</cp:coreProperties>
</file>